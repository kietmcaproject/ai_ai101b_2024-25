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3" r:id="rId11"/>
    <p:sldId id="274" r:id="rId12"/>
    <p:sldId id="265" r:id="rId13"/>
    <p:sldId id="267" r:id="rId14"/>
    <p:sldId id="268" r:id="rId15"/>
    <p:sldId id="269" r:id="rId16"/>
    <p:sldId id="278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58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4EF6AA-EDE5-4DE0-BB3F-801AC26532AD}" type="doc">
      <dgm:prSet loTypeId="urn:microsoft.com/office/officeart/2005/8/layout/vProcess5" loCatId="process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306943C-64CF-4D61-B640-271B8286829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Manual house valuation is prone to human bias and inaccuracy.</a:t>
          </a:r>
        </a:p>
      </dgm:t>
    </dgm:pt>
    <dgm:pt modelId="{B20934CF-7124-4672-B04D-E7FC6C0281FE}" type="parTrans" cxnId="{D3F7CA23-7A25-4792-8689-90F906B34FB1}">
      <dgm:prSet/>
      <dgm:spPr/>
      <dgm:t>
        <a:bodyPr/>
        <a:lstStyle/>
        <a:p>
          <a:endParaRPr lang="en-US"/>
        </a:p>
      </dgm:t>
    </dgm:pt>
    <dgm:pt modelId="{6F76731B-0925-4666-A35D-4CEB4FE6EDCC}" type="sibTrans" cxnId="{D3F7CA23-7A25-4792-8689-90F906B34FB1}">
      <dgm:prSet/>
      <dgm:spPr/>
      <dgm:t>
        <a:bodyPr/>
        <a:lstStyle/>
        <a:p>
          <a:endParaRPr lang="en-US"/>
        </a:p>
      </dgm:t>
    </dgm:pt>
    <dgm:pt modelId="{732A0B81-623D-4D20-B9F0-79F11B8DB5D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Lack of real-time, data-driven price forecasting tools.</a:t>
          </a:r>
        </a:p>
      </dgm:t>
    </dgm:pt>
    <dgm:pt modelId="{B2614D06-280E-45A7-81ED-274DFF0592A2}" type="parTrans" cxnId="{000BB4B6-984C-4488-9DCD-70B8F64A2850}">
      <dgm:prSet/>
      <dgm:spPr/>
      <dgm:t>
        <a:bodyPr/>
        <a:lstStyle/>
        <a:p>
          <a:endParaRPr lang="en-US"/>
        </a:p>
      </dgm:t>
    </dgm:pt>
    <dgm:pt modelId="{9D39D768-1F26-4A75-9637-F41339FFC96E}" type="sibTrans" cxnId="{000BB4B6-984C-4488-9DCD-70B8F64A2850}">
      <dgm:prSet/>
      <dgm:spPr/>
      <dgm:t>
        <a:bodyPr/>
        <a:lstStyle/>
        <a:p>
          <a:endParaRPr lang="en-US"/>
        </a:p>
      </dgm:t>
    </dgm:pt>
    <dgm:pt modelId="{28E9EF0D-A51E-4275-B1ED-6E4DAC8848C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Objective: Create an ML-based prediction system for property valuation.</a:t>
          </a:r>
        </a:p>
      </dgm:t>
    </dgm:pt>
    <dgm:pt modelId="{31EE4CA3-E50C-40E1-8982-04B29FCCEA1C}" type="parTrans" cxnId="{73F7306E-0FC0-4F27-A38E-1C8818552F56}">
      <dgm:prSet/>
      <dgm:spPr/>
      <dgm:t>
        <a:bodyPr/>
        <a:lstStyle/>
        <a:p>
          <a:endParaRPr lang="en-US"/>
        </a:p>
      </dgm:t>
    </dgm:pt>
    <dgm:pt modelId="{4B9457AA-1900-40E1-BC07-E1769759DBA8}" type="sibTrans" cxnId="{73F7306E-0FC0-4F27-A38E-1C8818552F56}">
      <dgm:prSet/>
      <dgm:spPr/>
      <dgm:t>
        <a:bodyPr/>
        <a:lstStyle/>
        <a:p>
          <a:endParaRPr lang="en-US"/>
        </a:p>
      </dgm:t>
    </dgm:pt>
    <dgm:pt modelId="{1E38F6CE-2466-4BCD-B9D8-8F37A8BCCE6B}" type="pres">
      <dgm:prSet presAssocID="{454EF6AA-EDE5-4DE0-BB3F-801AC26532AD}" presName="outerComposite" presStyleCnt="0">
        <dgm:presLayoutVars>
          <dgm:chMax val="5"/>
          <dgm:dir/>
          <dgm:resizeHandles val="exact"/>
        </dgm:presLayoutVars>
      </dgm:prSet>
      <dgm:spPr/>
    </dgm:pt>
    <dgm:pt modelId="{191B7BB8-724D-4646-A466-788745D25457}" type="pres">
      <dgm:prSet presAssocID="{454EF6AA-EDE5-4DE0-BB3F-801AC26532AD}" presName="dummyMaxCanvas" presStyleCnt="0">
        <dgm:presLayoutVars/>
      </dgm:prSet>
      <dgm:spPr/>
    </dgm:pt>
    <dgm:pt modelId="{5CE8CB5F-3E29-41C9-8692-774D95BF79C5}" type="pres">
      <dgm:prSet presAssocID="{454EF6AA-EDE5-4DE0-BB3F-801AC26532AD}" presName="ThreeNodes_1" presStyleLbl="node1" presStyleIdx="0" presStyleCnt="3">
        <dgm:presLayoutVars>
          <dgm:bulletEnabled val="1"/>
        </dgm:presLayoutVars>
      </dgm:prSet>
      <dgm:spPr/>
    </dgm:pt>
    <dgm:pt modelId="{6DCC0659-1C2D-46FC-BDB5-6638628A4E52}" type="pres">
      <dgm:prSet presAssocID="{454EF6AA-EDE5-4DE0-BB3F-801AC26532AD}" presName="ThreeNodes_2" presStyleLbl="node1" presStyleIdx="1" presStyleCnt="3">
        <dgm:presLayoutVars>
          <dgm:bulletEnabled val="1"/>
        </dgm:presLayoutVars>
      </dgm:prSet>
      <dgm:spPr/>
    </dgm:pt>
    <dgm:pt modelId="{9E86A516-C6B9-4FCB-8F50-5CBB055F99C2}" type="pres">
      <dgm:prSet presAssocID="{454EF6AA-EDE5-4DE0-BB3F-801AC26532AD}" presName="ThreeNodes_3" presStyleLbl="node1" presStyleIdx="2" presStyleCnt="3">
        <dgm:presLayoutVars>
          <dgm:bulletEnabled val="1"/>
        </dgm:presLayoutVars>
      </dgm:prSet>
      <dgm:spPr/>
    </dgm:pt>
    <dgm:pt modelId="{A6F928CF-96A3-48FA-872B-89FC3E6283F0}" type="pres">
      <dgm:prSet presAssocID="{454EF6AA-EDE5-4DE0-BB3F-801AC26532AD}" presName="ThreeConn_1-2" presStyleLbl="fgAccFollowNode1" presStyleIdx="0" presStyleCnt="2">
        <dgm:presLayoutVars>
          <dgm:bulletEnabled val="1"/>
        </dgm:presLayoutVars>
      </dgm:prSet>
      <dgm:spPr/>
    </dgm:pt>
    <dgm:pt modelId="{B98734DE-5333-4F78-AE36-A83AEFDEDDBC}" type="pres">
      <dgm:prSet presAssocID="{454EF6AA-EDE5-4DE0-BB3F-801AC26532AD}" presName="ThreeConn_2-3" presStyleLbl="fgAccFollowNode1" presStyleIdx="1" presStyleCnt="2">
        <dgm:presLayoutVars>
          <dgm:bulletEnabled val="1"/>
        </dgm:presLayoutVars>
      </dgm:prSet>
      <dgm:spPr/>
    </dgm:pt>
    <dgm:pt modelId="{D743412A-D895-4FCD-9F02-05621F892C7B}" type="pres">
      <dgm:prSet presAssocID="{454EF6AA-EDE5-4DE0-BB3F-801AC26532AD}" presName="ThreeNodes_1_text" presStyleLbl="node1" presStyleIdx="2" presStyleCnt="3">
        <dgm:presLayoutVars>
          <dgm:bulletEnabled val="1"/>
        </dgm:presLayoutVars>
      </dgm:prSet>
      <dgm:spPr/>
    </dgm:pt>
    <dgm:pt modelId="{D599A8EF-6A04-4F9B-8C9E-AD8B19560808}" type="pres">
      <dgm:prSet presAssocID="{454EF6AA-EDE5-4DE0-BB3F-801AC26532AD}" presName="ThreeNodes_2_text" presStyleLbl="node1" presStyleIdx="2" presStyleCnt="3">
        <dgm:presLayoutVars>
          <dgm:bulletEnabled val="1"/>
        </dgm:presLayoutVars>
      </dgm:prSet>
      <dgm:spPr/>
    </dgm:pt>
    <dgm:pt modelId="{159DC933-D2E2-409A-9DC0-5AFA3B9F2554}" type="pres">
      <dgm:prSet presAssocID="{454EF6AA-EDE5-4DE0-BB3F-801AC26532A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3F7CA23-7A25-4792-8689-90F906B34FB1}" srcId="{454EF6AA-EDE5-4DE0-BB3F-801AC26532AD}" destId="{A306943C-64CF-4D61-B640-271B8286829A}" srcOrd="0" destOrd="0" parTransId="{B20934CF-7124-4672-B04D-E7FC6C0281FE}" sibTransId="{6F76731B-0925-4666-A35D-4CEB4FE6EDCC}"/>
    <dgm:cxn modelId="{45FFE843-D34D-449D-B64E-5627B42663C2}" type="presOf" srcId="{732A0B81-623D-4D20-B9F0-79F11B8DB5DB}" destId="{6DCC0659-1C2D-46FC-BDB5-6638628A4E52}" srcOrd="0" destOrd="0" presId="urn:microsoft.com/office/officeart/2005/8/layout/vProcess5"/>
    <dgm:cxn modelId="{79692B6B-3E30-4C72-AFD7-A65CE9DAA9AE}" type="presOf" srcId="{28E9EF0D-A51E-4275-B1ED-6E4DAC8848C6}" destId="{159DC933-D2E2-409A-9DC0-5AFA3B9F2554}" srcOrd="1" destOrd="0" presId="urn:microsoft.com/office/officeart/2005/8/layout/vProcess5"/>
    <dgm:cxn modelId="{7ACE774D-49BE-4BB7-8C38-7427E8FF1C96}" type="presOf" srcId="{A306943C-64CF-4D61-B640-271B8286829A}" destId="{D743412A-D895-4FCD-9F02-05621F892C7B}" srcOrd="1" destOrd="0" presId="urn:microsoft.com/office/officeart/2005/8/layout/vProcess5"/>
    <dgm:cxn modelId="{73F7306E-0FC0-4F27-A38E-1C8818552F56}" srcId="{454EF6AA-EDE5-4DE0-BB3F-801AC26532AD}" destId="{28E9EF0D-A51E-4275-B1ED-6E4DAC8848C6}" srcOrd="2" destOrd="0" parTransId="{31EE4CA3-E50C-40E1-8982-04B29FCCEA1C}" sibTransId="{4B9457AA-1900-40E1-BC07-E1769759DBA8}"/>
    <dgm:cxn modelId="{32FBF64E-7A32-4E97-AEF2-05683B5FD2A4}" type="presOf" srcId="{732A0B81-623D-4D20-B9F0-79F11B8DB5DB}" destId="{D599A8EF-6A04-4F9B-8C9E-AD8B19560808}" srcOrd="1" destOrd="0" presId="urn:microsoft.com/office/officeart/2005/8/layout/vProcess5"/>
    <dgm:cxn modelId="{D6B08251-1D08-4605-9732-47F7FD5D0728}" type="presOf" srcId="{454EF6AA-EDE5-4DE0-BB3F-801AC26532AD}" destId="{1E38F6CE-2466-4BCD-B9D8-8F37A8BCCE6B}" srcOrd="0" destOrd="0" presId="urn:microsoft.com/office/officeart/2005/8/layout/vProcess5"/>
    <dgm:cxn modelId="{C31676B0-3D71-45BF-8CD9-F359BCE94800}" type="presOf" srcId="{A306943C-64CF-4D61-B640-271B8286829A}" destId="{5CE8CB5F-3E29-41C9-8692-774D95BF79C5}" srcOrd="0" destOrd="0" presId="urn:microsoft.com/office/officeart/2005/8/layout/vProcess5"/>
    <dgm:cxn modelId="{000BB4B6-984C-4488-9DCD-70B8F64A2850}" srcId="{454EF6AA-EDE5-4DE0-BB3F-801AC26532AD}" destId="{732A0B81-623D-4D20-B9F0-79F11B8DB5DB}" srcOrd="1" destOrd="0" parTransId="{B2614D06-280E-45A7-81ED-274DFF0592A2}" sibTransId="{9D39D768-1F26-4A75-9637-F41339FFC96E}"/>
    <dgm:cxn modelId="{BA6619B8-F0C0-4C6C-B7C5-954B8D3F0337}" type="presOf" srcId="{28E9EF0D-A51E-4275-B1ED-6E4DAC8848C6}" destId="{9E86A516-C6B9-4FCB-8F50-5CBB055F99C2}" srcOrd="0" destOrd="0" presId="urn:microsoft.com/office/officeart/2005/8/layout/vProcess5"/>
    <dgm:cxn modelId="{72DE0DFE-FC66-4961-95D8-025AC49D243F}" type="presOf" srcId="{9D39D768-1F26-4A75-9637-F41339FFC96E}" destId="{B98734DE-5333-4F78-AE36-A83AEFDEDDBC}" srcOrd="0" destOrd="0" presId="urn:microsoft.com/office/officeart/2005/8/layout/vProcess5"/>
    <dgm:cxn modelId="{1DA12EFF-CC47-413F-B360-24EB91D05212}" type="presOf" srcId="{6F76731B-0925-4666-A35D-4CEB4FE6EDCC}" destId="{A6F928CF-96A3-48FA-872B-89FC3E6283F0}" srcOrd="0" destOrd="0" presId="urn:microsoft.com/office/officeart/2005/8/layout/vProcess5"/>
    <dgm:cxn modelId="{ACFDAE1A-EE6B-4512-9183-7884C41FD372}" type="presParOf" srcId="{1E38F6CE-2466-4BCD-B9D8-8F37A8BCCE6B}" destId="{191B7BB8-724D-4646-A466-788745D25457}" srcOrd="0" destOrd="0" presId="urn:microsoft.com/office/officeart/2005/8/layout/vProcess5"/>
    <dgm:cxn modelId="{263A367A-20B5-4CD0-B894-C18DE247D94E}" type="presParOf" srcId="{1E38F6CE-2466-4BCD-B9D8-8F37A8BCCE6B}" destId="{5CE8CB5F-3E29-41C9-8692-774D95BF79C5}" srcOrd="1" destOrd="0" presId="urn:microsoft.com/office/officeart/2005/8/layout/vProcess5"/>
    <dgm:cxn modelId="{A47D9424-F62D-4E8D-9CFD-2B9CF2170FDF}" type="presParOf" srcId="{1E38F6CE-2466-4BCD-B9D8-8F37A8BCCE6B}" destId="{6DCC0659-1C2D-46FC-BDB5-6638628A4E52}" srcOrd="2" destOrd="0" presId="urn:microsoft.com/office/officeart/2005/8/layout/vProcess5"/>
    <dgm:cxn modelId="{B3713B53-CFB8-479B-8FB5-C92BB3FACC28}" type="presParOf" srcId="{1E38F6CE-2466-4BCD-B9D8-8F37A8BCCE6B}" destId="{9E86A516-C6B9-4FCB-8F50-5CBB055F99C2}" srcOrd="3" destOrd="0" presId="urn:microsoft.com/office/officeart/2005/8/layout/vProcess5"/>
    <dgm:cxn modelId="{EFC70C72-2B2D-456A-A763-D8B77C2B4E06}" type="presParOf" srcId="{1E38F6CE-2466-4BCD-B9D8-8F37A8BCCE6B}" destId="{A6F928CF-96A3-48FA-872B-89FC3E6283F0}" srcOrd="4" destOrd="0" presId="urn:microsoft.com/office/officeart/2005/8/layout/vProcess5"/>
    <dgm:cxn modelId="{7853A8E5-9C97-4E72-82B3-F409392D43B3}" type="presParOf" srcId="{1E38F6CE-2466-4BCD-B9D8-8F37A8BCCE6B}" destId="{B98734DE-5333-4F78-AE36-A83AEFDEDDBC}" srcOrd="5" destOrd="0" presId="urn:microsoft.com/office/officeart/2005/8/layout/vProcess5"/>
    <dgm:cxn modelId="{642289F7-9BF7-4BBC-A6EC-DA44E14D58B8}" type="presParOf" srcId="{1E38F6CE-2466-4BCD-B9D8-8F37A8BCCE6B}" destId="{D743412A-D895-4FCD-9F02-05621F892C7B}" srcOrd="6" destOrd="0" presId="urn:microsoft.com/office/officeart/2005/8/layout/vProcess5"/>
    <dgm:cxn modelId="{FE7A75D3-8862-4A37-BDA2-F346255C771B}" type="presParOf" srcId="{1E38F6CE-2466-4BCD-B9D8-8F37A8BCCE6B}" destId="{D599A8EF-6A04-4F9B-8C9E-AD8B19560808}" srcOrd="7" destOrd="0" presId="urn:microsoft.com/office/officeart/2005/8/layout/vProcess5"/>
    <dgm:cxn modelId="{D51411FB-379F-4CC9-9EA4-DEB49BE5577C}" type="presParOf" srcId="{1E38F6CE-2466-4BCD-B9D8-8F37A8BCCE6B}" destId="{159DC933-D2E2-409A-9DC0-5AFA3B9F255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99444A-47C2-4957-AFAE-D5E5FB3174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AC466EB-5B12-4264-8855-7AAA555CBC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1. Data Preprocessing: Handle missing values, encode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categorical’s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scale features.</a:t>
          </a:r>
        </a:p>
      </dgm:t>
    </dgm:pt>
    <dgm:pt modelId="{E634CC98-8F93-4162-844D-D5005C51EC99}" type="parTrans" cxnId="{DE273708-69D2-458E-90B0-FE6C255E1956}">
      <dgm:prSet/>
      <dgm:spPr/>
      <dgm:t>
        <a:bodyPr/>
        <a:lstStyle/>
        <a:p>
          <a:endParaRPr lang="en-US"/>
        </a:p>
      </dgm:t>
    </dgm:pt>
    <dgm:pt modelId="{2A3714CB-3563-4D6C-8EC3-2AE6D946B482}" type="sibTrans" cxnId="{DE273708-69D2-458E-90B0-FE6C255E19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C22906-961E-4747-A96A-5EAAA2CB51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2. Exploratory Data Analysis (EDA): Understand data trends and correlations.</a:t>
          </a:r>
        </a:p>
      </dgm:t>
    </dgm:pt>
    <dgm:pt modelId="{4AEBCB5A-46E1-45F9-97B8-19BE24DB9FBA}" type="parTrans" cxnId="{1471E218-7451-4D32-9678-418E4C898083}">
      <dgm:prSet/>
      <dgm:spPr/>
      <dgm:t>
        <a:bodyPr/>
        <a:lstStyle/>
        <a:p>
          <a:endParaRPr lang="en-US"/>
        </a:p>
      </dgm:t>
    </dgm:pt>
    <dgm:pt modelId="{499EC97B-C40B-4E78-BB71-FF0F74F9FC08}" type="sibTrans" cxnId="{1471E218-7451-4D32-9678-418E4C8980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E3613C3-C8D5-4E52-A50C-D6007D6E60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3. Model Development: Train and compare multiple regression models.</a:t>
          </a:r>
        </a:p>
      </dgm:t>
    </dgm:pt>
    <dgm:pt modelId="{C5DA8DCA-BBA7-403C-AC51-B972D2FE4F3C}" type="parTrans" cxnId="{41675750-69FF-4A13-AE70-A5BC53DC6FF0}">
      <dgm:prSet/>
      <dgm:spPr/>
      <dgm:t>
        <a:bodyPr/>
        <a:lstStyle/>
        <a:p>
          <a:endParaRPr lang="en-US"/>
        </a:p>
      </dgm:t>
    </dgm:pt>
    <dgm:pt modelId="{4D7ECBCB-A01E-4102-B894-297F828B1438}" type="sibTrans" cxnId="{41675750-69FF-4A13-AE70-A5BC53DC6F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5E26AA3-0BC7-47D5-A889-321BAA7F74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4. Model Evaluation: Use RMSE and R² Score to evaluate performance.</a:t>
          </a:r>
        </a:p>
      </dgm:t>
    </dgm:pt>
    <dgm:pt modelId="{2CE56A8C-0432-4338-9F3A-1EF1E1BD2581}" type="parTrans" cxnId="{6B59F906-F0E5-4C77-862C-8F2D128C8257}">
      <dgm:prSet/>
      <dgm:spPr/>
      <dgm:t>
        <a:bodyPr/>
        <a:lstStyle/>
        <a:p>
          <a:endParaRPr lang="en-US"/>
        </a:p>
      </dgm:t>
    </dgm:pt>
    <dgm:pt modelId="{CA0D9DA7-49B7-4D03-A4C8-B968589671BD}" type="sibTrans" cxnId="{6B59F906-F0E5-4C77-862C-8F2D128C8257}">
      <dgm:prSet/>
      <dgm:spPr/>
      <dgm:t>
        <a:bodyPr/>
        <a:lstStyle/>
        <a:p>
          <a:endParaRPr lang="en-US"/>
        </a:p>
      </dgm:t>
    </dgm:pt>
    <dgm:pt modelId="{B220E9B9-1A8C-426E-BA09-092EAFF4511A}" type="pres">
      <dgm:prSet presAssocID="{D299444A-47C2-4957-AFAE-D5E5FB3174D7}" presName="root" presStyleCnt="0">
        <dgm:presLayoutVars>
          <dgm:dir/>
          <dgm:resizeHandles val="exact"/>
        </dgm:presLayoutVars>
      </dgm:prSet>
      <dgm:spPr/>
    </dgm:pt>
    <dgm:pt modelId="{6B5801AA-FEF2-4C53-94C2-98D58DF4D8D2}" type="pres">
      <dgm:prSet presAssocID="{AAC466EB-5B12-4264-8855-7AAA555CBC2E}" presName="compNode" presStyleCnt="0"/>
      <dgm:spPr/>
    </dgm:pt>
    <dgm:pt modelId="{1152C37E-30F3-4733-ACA2-5A02F0CFB6AA}" type="pres">
      <dgm:prSet presAssocID="{AAC466EB-5B12-4264-8855-7AAA555CBC2E}" presName="bgRect" presStyleLbl="bgShp" presStyleIdx="0" presStyleCnt="4"/>
      <dgm:spPr/>
    </dgm:pt>
    <dgm:pt modelId="{76F041E1-9948-4FC4-A7C7-FABAAF4E3759}" type="pres">
      <dgm:prSet presAssocID="{AAC466EB-5B12-4264-8855-7AAA555CBC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1B103EFD-6E61-4079-814B-7ABE0EC22ABA}" type="pres">
      <dgm:prSet presAssocID="{AAC466EB-5B12-4264-8855-7AAA555CBC2E}" presName="spaceRect" presStyleCnt="0"/>
      <dgm:spPr/>
    </dgm:pt>
    <dgm:pt modelId="{C0C1DD9C-8BB3-42D2-AB79-F58CB453D378}" type="pres">
      <dgm:prSet presAssocID="{AAC466EB-5B12-4264-8855-7AAA555CBC2E}" presName="parTx" presStyleLbl="revTx" presStyleIdx="0" presStyleCnt="4">
        <dgm:presLayoutVars>
          <dgm:chMax val="0"/>
          <dgm:chPref val="0"/>
        </dgm:presLayoutVars>
      </dgm:prSet>
      <dgm:spPr/>
    </dgm:pt>
    <dgm:pt modelId="{370ABA5F-5AE4-4E7E-BA7F-5AC67BB87610}" type="pres">
      <dgm:prSet presAssocID="{2A3714CB-3563-4D6C-8EC3-2AE6D946B482}" presName="sibTrans" presStyleCnt="0"/>
      <dgm:spPr/>
    </dgm:pt>
    <dgm:pt modelId="{D20AC035-D03B-4B76-B08F-95977856181F}" type="pres">
      <dgm:prSet presAssocID="{D8C22906-961E-4747-A96A-5EAAA2CB51F1}" presName="compNode" presStyleCnt="0"/>
      <dgm:spPr/>
    </dgm:pt>
    <dgm:pt modelId="{AAF3B53C-9457-4C17-8A18-51D713DAE9B3}" type="pres">
      <dgm:prSet presAssocID="{D8C22906-961E-4747-A96A-5EAAA2CB51F1}" presName="bgRect" presStyleLbl="bgShp" presStyleIdx="1" presStyleCnt="4"/>
      <dgm:spPr/>
    </dgm:pt>
    <dgm:pt modelId="{1ADB46B7-D48F-4885-BF4D-AA3731135719}" type="pres">
      <dgm:prSet presAssocID="{D8C22906-961E-4747-A96A-5EAAA2CB51F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43E4EE7-0518-4DF1-BDA1-1DE76D5050D1}" type="pres">
      <dgm:prSet presAssocID="{D8C22906-961E-4747-A96A-5EAAA2CB51F1}" presName="spaceRect" presStyleCnt="0"/>
      <dgm:spPr/>
    </dgm:pt>
    <dgm:pt modelId="{1BADDFB0-E810-44B8-9A4C-4C22DED037CB}" type="pres">
      <dgm:prSet presAssocID="{D8C22906-961E-4747-A96A-5EAAA2CB51F1}" presName="parTx" presStyleLbl="revTx" presStyleIdx="1" presStyleCnt="4">
        <dgm:presLayoutVars>
          <dgm:chMax val="0"/>
          <dgm:chPref val="0"/>
        </dgm:presLayoutVars>
      </dgm:prSet>
      <dgm:spPr/>
    </dgm:pt>
    <dgm:pt modelId="{68FBAACB-D306-44CB-8564-87466344BBAB}" type="pres">
      <dgm:prSet presAssocID="{499EC97B-C40B-4E78-BB71-FF0F74F9FC08}" presName="sibTrans" presStyleCnt="0"/>
      <dgm:spPr/>
    </dgm:pt>
    <dgm:pt modelId="{34219741-CE07-45CD-A46F-9C169400DB8C}" type="pres">
      <dgm:prSet presAssocID="{0E3613C3-C8D5-4E52-A50C-D6007D6E6054}" presName="compNode" presStyleCnt="0"/>
      <dgm:spPr/>
    </dgm:pt>
    <dgm:pt modelId="{F4BCE6B1-6B01-4B91-9344-81337CA89408}" type="pres">
      <dgm:prSet presAssocID="{0E3613C3-C8D5-4E52-A50C-D6007D6E6054}" presName="bgRect" presStyleLbl="bgShp" presStyleIdx="2" presStyleCnt="4"/>
      <dgm:spPr/>
    </dgm:pt>
    <dgm:pt modelId="{BFBCC7C2-25D8-4352-98B4-06F5FCA1D805}" type="pres">
      <dgm:prSet presAssocID="{0E3613C3-C8D5-4E52-A50C-D6007D6E605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1573A65F-62A9-48E4-808F-EC93488F9DAB}" type="pres">
      <dgm:prSet presAssocID="{0E3613C3-C8D5-4E52-A50C-D6007D6E6054}" presName="spaceRect" presStyleCnt="0"/>
      <dgm:spPr/>
    </dgm:pt>
    <dgm:pt modelId="{19C5C1E9-E10C-45A8-887B-35FDADE1FFC0}" type="pres">
      <dgm:prSet presAssocID="{0E3613C3-C8D5-4E52-A50C-D6007D6E6054}" presName="parTx" presStyleLbl="revTx" presStyleIdx="2" presStyleCnt="4">
        <dgm:presLayoutVars>
          <dgm:chMax val="0"/>
          <dgm:chPref val="0"/>
        </dgm:presLayoutVars>
      </dgm:prSet>
      <dgm:spPr/>
    </dgm:pt>
    <dgm:pt modelId="{835CC088-825D-41A3-9CF2-F352AF6DB6F9}" type="pres">
      <dgm:prSet presAssocID="{4D7ECBCB-A01E-4102-B894-297F828B1438}" presName="sibTrans" presStyleCnt="0"/>
      <dgm:spPr/>
    </dgm:pt>
    <dgm:pt modelId="{0B5732D5-CD17-471D-8A20-E9ABF4535AEB}" type="pres">
      <dgm:prSet presAssocID="{95E26AA3-0BC7-47D5-A889-321BAA7F74B9}" presName="compNode" presStyleCnt="0"/>
      <dgm:spPr/>
    </dgm:pt>
    <dgm:pt modelId="{5AC23099-F86F-47CA-A4B4-C61A85E075A7}" type="pres">
      <dgm:prSet presAssocID="{95E26AA3-0BC7-47D5-A889-321BAA7F74B9}" presName="bgRect" presStyleLbl="bgShp" presStyleIdx="3" presStyleCnt="4"/>
      <dgm:spPr/>
    </dgm:pt>
    <dgm:pt modelId="{A93974CA-29CC-42EB-9EE5-7690FF0605AB}" type="pres">
      <dgm:prSet presAssocID="{95E26AA3-0BC7-47D5-A889-321BAA7F74B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E5324D70-5CB4-43DA-BE88-736A81948960}" type="pres">
      <dgm:prSet presAssocID="{95E26AA3-0BC7-47D5-A889-321BAA7F74B9}" presName="spaceRect" presStyleCnt="0"/>
      <dgm:spPr/>
    </dgm:pt>
    <dgm:pt modelId="{DAB3CC1D-6E9B-4436-AE61-7B4E7664AB7B}" type="pres">
      <dgm:prSet presAssocID="{95E26AA3-0BC7-47D5-A889-321BAA7F74B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B59F906-F0E5-4C77-862C-8F2D128C8257}" srcId="{D299444A-47C2-4957-AFAE-D5E5FB3174D7}" destId="{95E26AA3-0BC7-47D5-A889-321BAA7F74B9}" srcOrd="3" destOrd="0" parTransId="{2CE56A8C-0432-4338-9F3A-1EF1E1BD2581}" sibTransId="{CA0D9DA7-49B7-4D03-A4C8-B968589671BD}"/>
    <dgm:cxn modelId="{DE273708-69D2-458E-90B0-FE6C255E1956}" srcId="{D299444A-47C2-4957-AFAE-D5E5FB3174D7}" destId="{AAC466EB-5B12-4264-8855-7AAA555CBC2E}" srcOrd="0" destOrd="0" parTransId="{E634CC98-8F93-4162-844D-D5005C51EC99}" sibTransId="{2A3714CB-3563-4D6C-8EC3-2AE6D946B482}"/>
    <dgm:cxn modelId="{1471E218-7451-4D32-9678-418E4C898083}" srcId="{D299444A-47C2-4957-AFAE-D5E5FB3174D7}" destId="{D8C22906-961E-4747-A96A-5EAAA2CB51F1}" srcOrd="1" destOrd="0" parTransId="{4AEBCB5A-46E1-45F9-97B8-19BE24DB9FBA}" sibTransId="{499EC97B-C40B-4E78-BB71-FF0F74F9FC08}"/>
    <dgm:cxn modelId="{D0164665-8718-4E90-9DE4-1C866269F14D}" type="presOf" srcId="{D8C22906-961E-4747-A96A-5EAAA2CB51F1}" destId="{1BADDFB0-E810-44B8-9A4C-4C22DED037CB}" srcOrd="0" destOrd="0" presId="urn:microsoft.com/office/officeart/2018/2/layout/IconVerticalSolidList"/>
    <dgm:cxn modelId="{4640834D-3040-488D-844D-EAF9B4FFE275}" type="presOf" srcId="{0E3613C3-C8D5-4E52-A50C-D6007D6E6054}" destId="{19C5C1E9-E10C-45A8-887B-35FDADE1FFC0}" srcOrd="0" destOrd="0" presId="urn:microsoft.com/office/officeart/2018/2/layout/IconVerticalSolidList"/>
    <dgm:cxn modelId="{41675750-69FF-4A13-AE70-A5BC53DC6FF0}" srcId="{D299444A-47C2-4957-AFAE-D5E5FB3174D7}" destId="{0E3613C3-C8D5-4E52-A50C-D6007D6E6054}" srcOrd="2" destOrd="0" parTransId="{C5DA8DCA-BBA7-403C-AC51-B972D2FE4F3C}" sibTransId="{4D7ECBCB-A01E-4102-B894-297F828B1438}"/>
    <dgm:cxn modelId="{997090EA-6255-482D-885E-74AECBE49188}" type="presOf" srcId="{AAC466EB-5B12-4264-8855-7AAA555CBC2E}" destId="{C0C1DD9C-8BB3-42D2-AB79-F58CB453D378}" srcOrd="0" destOrd="0" presId="urn:microsoft.com/office/officeart/2018/2/layout/IconVerticalSolidList"/>
    <dgm:cxn modelId="{6B7C25EE-7F7F-4A7B-BB3F-BE688BF8665F}" type="presOf" srcId="{D299444A-47C2-4957-AFAE-D5E5FB3174D7}" destId="{B220E9B9-1A8C-426E-BA09-092EAFF4511A}" srcOrd="0" destOrd="0" presId="urn:microsoft.com/office/officeart/2018/2/layout/IconVerticalSolidList"/>
    <dgm:cxn modelId="{EC8F5EFA-1C5A-4650-B8B6-56E4D894096B}" type="presOf" srcId="{95E26AA3-0BC7-47D5-A889-321BAA7F74B9}" destId="{DAB3CC1D-6E9B-4436-AE61-7B4E7664AB7B}" srcOrd="0" destOrd="0" presId="urn:microsoft.com/office/officeart/2018/2/layout/IconVerticalSolidList"/>
    <dgm:cxn modelId="{0DC60C98-A250-402F-B24D-E039C72C9ABA}" type="presParOf" srcId="{B220E9B9-1A8C-426E-BA09-092EAFF4511A}" destId="{6B5801AA-FEF2-4C53-94C2-98D58DF4D8D2}" srcOrd="0" destOrd="0" presId="urn:microsoft.com/office/officeart/2018/2/layout/IconVerticalSolidList"/>
    <dgm:cxn modelId="{18E7E5FB-A104-4EB5-AAD1-F74B50E039B7}" type="presParOf" srcId="{6B5801AA-FEF2-4C53-94C2-98D58DF4D8D2}" destId="{1152C37E-30F3-4733-ACA2-5A02F0CFB6AA}" srcOrd="0" destOrd="0" presId="urn:microsoft.com/office/officeart/2018/2/layout/IconVerticalSolidList"/>
    <dgm:cxn modelId="{E0121EA3-33A1-44A6-922F-DCFAB15435C6}" type="presParOf" srcId="{6B5801AA-FEF2-4C53-94C2-98D58DF4D8D2}" destId="{76F041E1-9948-4FC4-A7C7-FABAAF4E3759}" srcOrd="1" destOrd="0" presId="urn:microsoft.com/office/officeart/2018/2/layout/IconVerticalSolidList"/>
    <dgm:cxn modelId="{DCCC4E18-D288-4F89-8E05-01A1931AB89D}" type="presParOf" srcId="{6B5801AA-FEF2-4C53-94C2-98D58DF4D8D2}" destId="{1B103EFD-6E61-4079-814B-7ABE0EC22ABA}" srcOrd="2" destOrd="0" presId="urn:microsoft.com/office/officeart/2018/2/layout/IconVerticalSolidList"/>
    <dgm:cxn modelId="{196E7B30-3472-4314-9961-6CDE8067E53E}" type="presParOf" srcId="{6B5801AA-FEF2-4C53-94C2-98D58DF4D8D2}" destId="{C0C1DD9C-8BB3-42D2-AB79-F58CB453D378}" srcOrd="3" destOrd="0" presId="urn:microsoft.com/office/officeart/2018/2/layout/IconVerticalSolidList"/>
    <dgm:cxn modelId="{B1A2C1C1-0214-4F70-92F7-71C188CFCF47}" type="presParOf" srcId="{B220E9B9-1A8C-426E-BA09-092EAFF4511A}" destId="{370ABA5F-5AE4-4E7E-BA7F-5AC67BB87610}" srcOrd="1" destOrd="0" presId="urn:microsoft.com/office/officeart/2018/2/layout/IconVerticalSolidList"/>
    <dgm:cxn modelId="{59ACD4F5-7ADC-4DD1-A4F5-00062DA8E55B}" type="presParOf" srcId="{B220E9B9-1A8C-426E-BA09-092EAFF4511A}" destId="{D20AC035-D03B-4B76-B08F-95977856181F}" srcOrd="2" destOrd="0" presId="urn:microsoft.com/office/officeart/2018/2/layout/IconVerticalSolidList"/>
    <dgm:cxn modelId="{09B71E2D-343E-4897-AAD2-60626EC090B7}" type="presParOf" srcId="{D20AC035-D03B-4B76-B08F-95977856181F}" destId="{AAF3B53C-9457-4C17-8A18-51D713DAE9B3}" srcOrd="0" destOrd="0" presId="urn:microsoft.com/office/officeart/2018/2/layout/IconVerticalSolidList"/>
    <dgm:cxn modelId="{44704CA2-A2BB-4594-9B02-118D65DD33F2}" type="presParOf" srcId="{D20AC035-D03B-4B76-B08F-95977856181F}" destId="{1ADB46B7-D48F-4885-BF4D-AA3731135719}" srcOrd="1" destOrd="0" presId="urn:microsoft.com/office/officeart/2018/2/layout/IconVerticalSolidList"/>
    <dgm:cxn modelId="{877C6AFF-BF6C-410D-AE92-0644C98A4E71}" type="presParOf" srcId="{D20AC035-D03B-4B76-B08F-95977856181F}" destId="{143E4EE7-0518-4DF1-BDA1-1DE76D5050D1}" srcOrd="2" destOrd="0" presId="urn:microsoft.com/office/officeart/2018/2/layout/IconVerticalSolidList"/>
    <dgm:cxn modelId="{8538667A-4A81-46D3-86C1-261D3673838B}" type="presParOf" srcId="{D20AC035-D03B-4B76-B08F-95977856181F}" destId="{1BADDFB0-E810-44B8-9A4C-4C22DED037CB}" srcOrd="3" destOrd="0" presId="urn:microsoft.com/office/officeart/2018/2/layout/IconVerticalSolidList"/>
    <dgm:cxn modelId="{B5026288-598C-4013-BDE5-04F27DFA39D2}" type="presParOf" srcId="{B220E9B9-1A8C-426E-BA09-092EAFF4511A}" destId="{68FBAACB-D306-44CB-8564-87466344BBAB}" srcOrd="3" destOrd="0" presId="urn:microsoft.com/office/officeart/2018/2/layout/IconVerticalSolidList"/>
    <dgm:cxn modelId="{356504C8-3789-4601-8FC0-0F321C1604F1}" type="presParOf" srcId="{B220E9B9-1A8C-426E-BA09-092EAFF4511A}" destId="{34219741-CE07-45CD-A46F-9C169400DB8C}" srcOrd="4" destOrd="0" presId="urn:microsoft.com/office/officeart/2018/2/layout/IconVerticalSolidList"/>
    <dgm:cxn modelId="{CECB3671-FEE5-402F-B191-9A415A42208D}" type="presParOf" srcId="{34219741-CE07-45CD-A46F-9C169400DB8C}" destId="{F4BCE6B1-6B01-4B91-9344-81337CA89408}" srcOrd="0" destOrd="0" presId="urn:microsoft.com/office/officeart/2018/2/layout/IconVerticalSolidList"/>
    <dgm:cxn modelId="{15F53780-6360-4946-A445-39704B1DCCD6}" type="presParOf" srcId="{34219741-CE07-45CD-A46F-9C169400DB8C}" destId="{BFBCC7C2-25D8-4352-98B4-06F5FCA1D805}" srcOrd="1" destOrd="0" presId="urn:microsoft.com/office/officeart/2018/2/layout/IconVerticalSolidList"/>
    <dgm:cxn modelId="{9A14F3B8-B51F-4171-A04C-58B09E223118}" type="presParOf" srcId="{34219741-CE07-45CD-A46F-9C169400DB8C}" destId="{1573A65F-62A9-48E4-808F-EC93488F9DAB}" srcOrd="2" destOrd="0" presId="urn:microsoft.com/office/officeart/2018/2/layout/IconVerticalSolidList"/>
    <dgm:cxn modelId="{E97FDFA5-D135-44EC-BB54-1F1AEA7D98A3}" type="presParOf" srcId="{34219741-CE07-45CD-A46F-9C169400DB8C}" destId="{19C5C1E9-E10C-45A8-887B-35FDADE1FFC0}" srcOrd="3" destOrd="0" presId="urn:microsoft.com/office/officeart/2018/2/layout/IconVerticalSolidList"/>
    <dgm:cxn modelId="{2C280DC8-2DD5-4812-BE7C-6C5CC4E8FFB4}" type="presParOf" srcId="{B220E9B9-1A8C-426E-BA09-092EAFF4511A}" destId="{835CC088-825D-41A3-9CF2-F352AF6DB6F9}" srcOrd="5" destOrd="0" presId="urn:microsoft.com/office/officeart/2018/2/layout/IconVerticalSolidList"/>
    <dgm:cxn modelId="{22CFCEE5-450A-4C7A-B6CC-5A08A182E246}" type="presParOf" srcId="{B220E9B9-1A8C-426E-BA09-092EAFF4511A}" destId="{0B5732D5-CD17-471D-8A20-E9ABF4535AEB}" srcOrd="6" destOrd="0" presId="urn:microsoft.com/office/officeart/2018/2/layout/IconVerticalSolidList"/>
    <dgm:cxn modelId="{903A72CE-A646-4BF7-BB78-31B4146F4B97}" type="presParOf" srcId="{0B5732D5-CD17-471D-8A20-E9ABF4535AEB}" destId="{5AC23099-F86F-47CA-A4B4-C61A85E075A7}" srcOrd="0" destOrd="0" presId="urn:microsoft.com/office/officeart/2018/2/layout/IconVerticalSolidList"/>
    <dgm:cxn modelId="{F730C232-2859-4EB3-89F3-122C1AF7935A}" type="presParOf" srcId="{0B5732D5-CD17-471D-8A20-E9ABF4535AEB}" destId="{A93974CA-29CC-42EB-9EE5-7690FF0605AB}" srcOrd="1" destOrd="0" presId="urn:microsoft.com/office/officeart/2018/2/layout/IconVerticalSolidList"/>
    <dgm:cxn modelId="{0D4A1D78-8997-4A1D-9BA8-DDB984C4FC07}" type="presParOf" srcId="{0B5732D5-CD17-471D-8A20-E9ABF4535AEB}" destId="{E5324D70-5CB4-43DA-BE88-736A81948960}" srcOrd="2" destOrd="0" presId="urn:microsoft.com/office/officeart/2018/2/layout/IconVerticalSolidList"/>
    <dgm:cxn modelId="{C1F9CF26-759D-4371-8269-6504D5A68811}" type="presParOf" srcId="{0B5732D5-CD17-471D-8A20-E9ABF4535AEB}" destId="{DAB3CC1D-6E9B-4436-AE61-7B4E7664A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766734-A0B0-4F6D-86F1-B4B613ADC5E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5EC3BE5-502C-4FE7-B53F-545738E473B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Source: Kaggle - House Prices: Advanced Regression Techniques</a:t>
          </a:r>
        </a:p>
      </dgm:t>
    </dgm:pt>
    <dgm:pt modelId="{6F86698C-BB5E-4AC5-B3B0-84FCA87FC063}" type="parTrans" cxnId="{FF6E1ECD-BE51-4E19-849C-570B2571B061}">
      <dgm:prSet/>
      <dgm:spPr/>
      <dgm:t>
        <a:bodyPr/>
        <a:lstStyle/>
        <a:p>
          <a:endParaRPr lang="en-US"/>
        </a:p>
      </dgm:t>
    </dgm:pt>
    <dgm:pt modelId="{13E51347-10C0-498C-9232-026013114AC4}" type="sibTrans" cxnId="{FF6E1ECD-BE51-4E19-849C-570B2571B061}">
      <dgm:prSet/>
      <dgm:spPr/>
      <dgm:t>
        <a:bodyPr/>
        <a:lstStyle/>
        <a:p>
          <a:endParaRPr lang="en-US"/>
        </a:p>
      </dgm:t>
    </dgm:pt>
    <dgm:pt modelId="{C246B05F-2FBF-41A1-A369-2B3D736ADBF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Features include: Area, Rooms, Year Built, Neighborhood, Quality, etc.</a:t>
          </a:r>
        </a:p>
      </dgm:t>
    </dgm:pt>
    <dgm:pt modelId="{5E2B1FFC-90E6-40B4-BB24-2BF90CCF4459}" type="parTrans" cxnId="{DD95FB47-F09B-4BCD-8457-3E20221A29E9}">
      <dgm:prSet/>
      <dgm:spPr/>
      <dgm:t>
        <a:bodyPr/>
        <a:lstStyle/>
        <a:p>
          <a:endParaRPr lang="en-US"/>
        </a:p>
      </dgm:t>
    </dgm:pt>
    <dgm:pt modelId="{8ED59F8C-37A3-4C03-A00B-4A4411B5D20D}" type="sibTrans" cxnId="{DD95FB47-F09B-4BCD-8457-3E20221A29E9}">
      <dgm:prSet/>
      <dgm:spPr/>
      <dgm:t>
        <a:bodyPr/>
        <a:lstStyle/>
        <a:p>
          <a:endParaRPr lang="en-US"/>
        </a:p>
      </dgm:t>
    </dgm:pt>
    <dgm:pt modelId="{ED4FFC8A-9594-491C-BF84-2268A07282A2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Data Types: Numerical and Categorical variables</a:t>
          </a:r>
        </a:p>
      </dgm:t>
    </dgm:pt>
    <dgm:pt modelId="{86F1F9EB-2C81-4F13-8DB9-4948BE1FF0C1}" type="parTrans" cxnId="{89711AE6-1D72-4DBE-A250-7A418C5ECB5E}">
      <dgm:prSet/>
      <dgm:spPr/>
      <dgm:t>
        <a:bodyPr/>
        <a:lstStyle/>
        <a:p>
          <a:endParaRPr lang="en-US"/>
        </a:p>
      </dgm:t>
    </dgm:pt>
    <dgm:pt modelId="{6BBE72C4-5914-4B77-9112-9A44D006C9D9}" type="sibTrans" cxnId="{89711AE6-1D72-4DBE-A250-7A418C5ECB5E}">
      <dgm:prSet/>
      <dgm:spPr/>
      <dgm:t>
        <a:bodyPr/>
        <a:lstStyle/>
        <a:p>
          <a:endParaRPr lang="en-US"/>
        </a:p>
      </dgm:t>
    </dgm:pt>
    <dgm:pt modelId="{C2530A4E-6CA6-466B-8B10-BC02565B311E}" type="pres">
      <dgm:prSet presAssocID="{F2766734-A0B0-4F6D-86F1-B4B613ADC5E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9132AC-712D-48E6-9D76-59B10C4ECD9C}" type="pres">
      <dgm:prSet presAssocID="{85EC3BE5-502C-4FE7-B53F-545738E473B4}" presName="hierRoot1" presStyleCnt="0"/>
      <dgm:spPr/>
    </dgm:pt>
    <dgm:pt modelId="{C54D290B-A30A-409E-9841-F82E9A15D125}" type="pres">
      <dgm:prSet presAssocID="{85EC3BE5-502C-4FE7-B53F-545738E473B4}" presName="composite" presStyleCnt="0"/>
      <dgm:spPr/>
    </dgm:pt>
    <dgm:pt modelId="{5B41EB7F-9EB6-4FB9-9757-707BF267690D}" type="pres">
      <dgm:prSet presAssocID="{85EC3BE5-502C-4FE7-B53F-545738E473B4}" presName="background" presStyleLbl="node0" presStyleIdx="0" presStyleCnt="3"/>
      <dgm:spPr/>
    </dgm:pt>
    <dgm:pt modelId="{90F3A0D7-A3B7-4CCE-B243-BAB01F3716A6}" type="pres">
      <dgm:prSet presAssocID="{85EC3BE5-502C-4FE7-B53F-545738E473B4}" presName="text" presStyleLbl="fgAcc0" presStyleIdx="0" presStyleCnt="3">
        <dgm:presLayoutVars>
          <dgm:chPref val="3"/>
        </dgm:presLayoutVars>
      </dgm:prSet>
      <dgm:spPr/>
    </dgm:pt>
    <dgm:pt modelId="{EA002223-FF83-4BF4-93E5-438040FF87AA}" type="pres">
      <dgm:prSet presAssocID="{85EC3BE5-502C-4FE7-B53F-545738E473B4}" presName="hierChild2" presStyleCnt="0"/>
      <dgm:spPr/>
    </dgm:pt>
    <dgm:pt modelId="{B69CDCBE-6250-490E-896B-DCFAB2C3281F}" type="pres">
      <dgm:prSet presAssocID="{C246B05F-2FBF-41A1-A369-2B3D736ADBF4}" presName="hierRoot1" presStyleCnt="0"/>
      <dgm:spPr/>
    </dgm:pt>
    <dgm:pt modelId="{BF2A7D39-6D16-47D7-BA0F-FD5302560AA4}" type="pres">
      <dgm:prSet presAssocID="{C246B05F-2FBF-41A1-A369-2B3D736ADBF4}" presName="composite" presStyleCnt="0"/>
      <dgm:spPr/>
    </dgm:pt>
    <dgm:pt modelId="{639FF1BB-2FE2-4897-A7CF-D24036290442}" type="pres">
      <dgm:prSet presAssocID="{C246B05F-2FBF-41A1-A369-2B3D736ADBF4}" presName="background" presStyleLbl="node0" presStyleIdx="1" presStyleCnt="3"/>
      <dgm:spPr/>
    </dgm:pt>
    <dgm:pt modelId="{98836095-B7BA-40FD-B6A2-C92C68B0ED71}" type="pres">
      <dgm:prSet presAssocID="{C246B05F-2FBF-41A1-A369-2B3D736ADBF4}" presName="text" presStyleLbl="fgAcc0" presStyleIdx="1" presStyleCnt="3">
        <dgm:presLayoutVars>
          <dgm:chPref val="3"/>
        </dgm:presLayoutVars>
      </dgm:prSet>
      <dgm:spPr/>
    </dgm:pt>
    <dgm:pt modelId="{0A379D75-B567-498A-89CA-0CC23C40DF37}" type="pres">
      <dgm:prSet presAssocID="{C246B05F-2FBF-41A1-A369-2B3D736ADBF4}" presName="hierChild2" presStyleCnt="0"/>
      <dgm:spPr/>
    </dgm:pt>
    <dgm:pt modelId="{6F192867-10BD-4FBC-BA38-F0B79C8562EA}" type="pres">
      <dgm:prSet presAssocID="{ED4FFC8A-9594-491C-BF84-2268A07282A2}" presName="hierRoot1" presStyleCnt="0"/>
      <dgm:spPr/>
    </dgm:pt>
    <dgm:pt modelId="{44BC5DFA-D50A-4498-BC4D-80B21C691170}" type="pres">
      <dgm:prSet presAssocID="{ED4FFC8A-9594-491C-BF84-2268A07282A2}" presName="composite" presStyleCnt="0"/>
      <dgm:spPr/>
    </dgm:pt>
    <dgm:pt modelId="{79D98489-B38F-4860-94FD-DCD9F1C73524}" type="pres">
      <dgm:prSet presAssocID="{ED4FFC8A-9594-491C-BF84-2268A07282A2}" presName="background" presStyleLbl="node0" presStyleIdx="2" presStyleCnt="3"/>
      <dgm:spPr/>
    </dgm:pt>
    <dgm:pt modelId="{3899BE8C-FCE1-458D-895D-254808E2C56C}" type="pres">
      <dgm:prSet presAssocID="{ED4FFC8A-9594-491C-BF84-2268A07282A2}" presName="text" presStyleLbl="fgAcc0" presStyleIdx="2" presStyleCnt="3">
        <dgm:presLayoutVars>
          <dgm:chPref val="3"/>
        </dgm:presLayoutVars>
      </dgm:prSet>
      <dgm:spPr/>
    </dgm:pt>
    <dgm:pt modelId="{B8FD5257-0E77-4C60-8917-5BF4DE0075A4}" type="pres">
      <dgm:prSet presAssocID="{ED4FFC8A-9594-491C-BF84-2268A07282A2}" presName="hierChild2" presStyleCnt="0"/>
      <dgm:spPr/>
    </dgm:pt>
  </dgm:ptLst>
  <dgm:cxnLst>
    <dgm:cxn modelId="{9AFBEE07-0010-4A35-917F-FB36190EC30D}" type="presOf" srcId="{F2766734-A0B0-4F6D-86F1-B4B613ADC5E1}" destId="{C2530A4E-6CA6-466B-8B10-BC02565B311E}" srcOrd="0" destOrd="0" presId="urn:microsoft.com/office/officeart/2005/8/layout/hierarchy1"/>
    <dgm:cxn modelId="{DD95FB47-F09B-4BCD-8457-3E20221A29E9}" srcId="{F2766734-A0B0-4F6D-86F1-B4B613ADC5E1}" destId="{C246B05F-2FBF-41A1-A369-2B3D736ADBF4}" srcOrd="1" destOrd="0" parTransId="{5E2B1FFC-90E6-40B4-BB24-2BF90CCF4459}" sibTransId="{8ED59F8C-37A3-4C03-A00B-4A4411B5D20D}"/>
    <dgm:cxn modelId="{9F46904C-53E7-467F-85B6-43C4F2015372}" type="presOf" srcId="{85EC3BE5-502C-4FE7-B53F-545738E473B4}" destId="{90F3A0D7-A3B7-4CCE-B243-BAB01F3716A6}" srcOrd="0" destOrd="0" presId="urn:microsoft.com/office/officeart/2005/8/layout/hierarchy1"/>
    <dgm:cxn modelId="{3830614D-F449-4341-825F-AE1C23B30197}" type="presOf" srcId="{ED4FFC8A-9594-491C-BF84-2268A07282A2}" destId="{3899BE8C-FCE1-458D-895D-254808E2C56C}" srcOrd="0" destOrd="0" presId="urn:microsoft.com/office/officeart/2005/8/layout/hierarchy1"/>
    <dgm:cxn modelId="{B7204F76-0083-4470-9301-F295B407D40F}" type="presOf" srcId="{C246B05F-2FBF-41A1-A369-2B3D736ADBF4}" destId="{98836095-B7BA-40FD-B6A2-C92C68B0ED71}" srcOrd="0" destOrd="0" presId="urn:microsoft.com/office/officeart/2005/8/layout/hierarchy1"/>
    <dgm:cxn modelId="{FF6E1ECD-BE51-4E19-849C-570B2571B061}" srcId="{F2766734-A0B0-4F6D-86F1-B4B613ADC5E1}" destId="{85EC3BE5-502C-4FE7-B53F-545738E473B4}" srcOrd="0" destOrd="0" parTransId="{6F86698C-BB5E-4AC5-B3B0-84FCA87FC063}" sibTransId="{13E51347-10C0-498C-9232-026013114AC4}"/>
    <dgm:cxn modelId="{89711AE6-1D72-4DBE-A250-7A418C5ECB5E}" srcId="{F2766734-A0B0-4F6D-86F1-B4B613ADC5E1}" destId="{ED4FFC8A-9594-491C-BF84-2268A07282A2}" srcOrd="2" destOrd="0" parTransId="{86F1F9EB-2C81-4F13-8DB9-4948BE1FF0C1}" sibTransId="{6BBE72C4-5914-4B77-9112-9A44D006C9D9}"/>
    <dgm:cxn modelId="{E3C8952A-4F37-4EAF-B15D-2E79257DC152}" type="presParOf" srcId="{C2530A4E-6CA6-466B-8B10-BC02565B311E}" destId="{BE9132AC-712D-48E6-9D76-59B10C4ECD9C}" srcOrd="0" destOrd="0" presId="urn:microsoft.com/office/officeart/2005/8/layout/hierarchy1"/>
    <dgm:cxn modelId="{4385994D-BB6F-48FA-951E-117D16E29168}" type="presParOf" srcId="{BE9132AC-712D-48E6-9D76-59B10C4ECD9C}" destId="{C54D290B-A30A-409E-9841-F82E9A15D125}" srcOrd="0" destOrd="0" presId="urn:microsoft.com/office/officeart/2005/8/layout/hierarchy1"/>
    <dgm:cxn modelId="{142B8B36-6958-44FC-B479-15B8FCE63D62}" type="presParOf" srcId="{C54D290B-A30A-409E-9841-F82E9A15D125}" destId="{5B41EB7F-9EB6-4FB9-9757-707BF267690D}" srcOrd="0" destOrd="0" presId="urn:microsoft.com/office/officeart/2005/8/layout/hierarchy1"/>
    <dgm:cxn modelId="{2F45C993-52DA-48AB-8250-0DA12A935915}" type="presParOf" srcId="{C54D290B-A30A-409E-9841-F82E9A15D125}" destId="{90F3A0D7-A3B7-4CCE-B243-BAB01F3716A6}" srcOrd="1" destOrd="0" presId="urn:microsoft.com/office/officeart/2005/8/layout/hierarchy1"/>
    <dgm:cxn modelId="{94C0201B-AF18-4F82-B00B-2AA4FAEE96F6}" type="presParOf" srcId="{BE9132AC-712D-48E6-9D76-59B10C4ECD9C}" destId="{EA002223-FF83-4BF4-93E5-438040FF87AA}" srcOrd="1" destOrd="0" presId="urn:microsoft.com/office/officeart/2005/8/layout/hierarchy1"/>
    <dgm:cxn modelId="{25EA9227-AFCF-44AF-869F-449AD3918B44}" type="presParOf" srcId="{C2530A4E-6CA6-466B-8B10-BC02565B311E}" destId="{B69CDCBE-6250-490E-896B-DCFAB2C3281F}" srcOrd="1" destOrd="0" presId="urn:microsoft.com/office/officeart/2005/8/layout/hierarchy1"/>
    <dgm:cxn modelId="{4ACFA2F7-812D-4D37-9562-637FB6272981}" type="presParOf" srcId="{B69CDCBE-6250-490E-896B-DCFAB2C3281F}" destId="{BF2A7D39-6D16-47D7-BA0F-FD5302560AA4}" srcOrd="0" destOrd="0" presId="urn:microsoft.com/office/officeart/2005/8/layout/hierarchy1"/>
    <dgm:cxn modelId="{8EF34468-954B-48B3-8B10-22E5DAC52160}" type="presParOf" srcId="{BF2A7D39-6D16-47D7-BA0F-FD5302560AA4}" destId="{639FF1BB-2FE2-4897-A7CF-D24036290442}" srcOrd="0" destOrd="0" presId="urn:microsoft.com/office/officeart/2005/8/layout/hierarchy1"/>
    <dgm:cxn modelId="{E2D2065B-18A6-403E-9BDD-E14E77A6176F}" type="presParOf" srcId="{BF2A7D39-6D16-47D7-BA0F-FD5302560AA4}" destId="{98836095-B7BA-40FD-B6A2-C92C68B0ED71}" srcOrd="1" destOrd="0" presId="urn:microsoft.com/office/officeart/2005/8/layout/hierarchy1"/>
    <dgm:cxn modelId="{8732ADE6-9CEF-4BC9-86C0-C0B43BA6346D}" type="presParOf" srcId="{B69CDCBE-6250-490E-896B-DCFAB2C3281F}" destId="{0A379D75-B567-498A-89CA-0CC23C40DF37}" srcOrd="1" destOrd="0" presId="urn:microsoft.com/office/officeart/2005/8/layout/hierarchy1"/>
    <dgm:cxn modelId="{7F150DDD-9656-4B10-8EAC-1203F6FCB08D}" type="presParOf" srcId="{C2530A4E-6CA6-466B-8B10-BC02565B311E}" destId="{6F192867-10BD-4FBC-BA38-F0B79C8562EA}" srcOrd="2" destOrd="0" presId="urn:microsoft.com/office/officeart/2005/8/layout/hierarchy1"/>
    <dgm:cxn modelId="{DB6D17DF-DCE6-4D96-B0B2-98FA581237CB}" type="presParOf" srcId="{6F192867-10BD-4FBC-BA38-F0B79C8562EA}" destId="{44BC5DFA-D50A-4498-BC4D-80B21C691170}" srcOrd="0" destOrd="0" presId="urn:microsoft.com/office/officeart/2005/8/layout/hierarchy1"/>
    <dgm:cxn modelId="{DF874248-0890-41C4-BA49-61CDDE434FCD}" type="presParOf" srcId="{44BC5DFA-D50A-4498-BC4D-80B21C691170}" destId="{79D98489-B38F-4860-94FD-DCD9F1C73524}" srcOrd="0" destOrd="0" presId="urn:microsoft.com/office/officeart/2005/8/layout/hierarchy1"/>
    <dgm:cxn modelId="{1FD60839-C7BB-40E0-BAC5-2446785340B2}" type="presParOf" srcId="{44BC5DFA-D50A-4498-BC4D-80B21C691170}" destId="{3899BE8C-FCE1-458D-895D-254808E2C56C}" srcOrd="1" destOrd="0" presId="urn:microsoft.com/office/officeart/2005/8/layout/hierarchy1"/>
    <dgm:cxn modelId="{0A6D501B-C0EF-4DC9-9C99-7EF9B8E7D249}" type="presParOf" srcId="{6F192867-10BD-4FBC-BA38-F0B79C8562EA}" destId="{B8FD5257-0E77-4C60-8917-5BF4DE0075A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DD2DF7-1E65-4A15-9E32-A51550C8CA9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E0D25-E40A-4E76-B61A-46805F6C91D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High correlation: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GarageArea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(0.88),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GarageCars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(0.88).</a:t>
          </a:r>
        </a:p>
      </dgm:t>
    </dgm:pt>
    <dgm:pt modelId="{8E95FA32-1060-4286-B35A-94A161C31ED5}" type="parTrans" cxnId="{0B2B8D2B-FE23-4167-A712-36F5389F7C8A}">
      <dgm:prSet/>
      <dgm:spPr/>
      <dgm:t>
        <a:bodyPr/>
        <a:lstStyle/>
        <a:p>
          <a:endParaRPr lang="en-US"/>
        </a:p>
      </dgm:t>
    </dgm:pt>
    <dgm:pt modelId="{60C9F4C9-A693-4BA5-BAE8-459EB2DEDD55}" type="sibTrans" cxnId="{0B2B8D2B-FE23-4167-A712-36F5389F7C8A}">
      <dgm:prSet/>
      <dgm:spPr/>
      <dgm:t>
        <a:bodyPr/>
        <a:lstStyle/>
        <a:p>
          <a:endParaRPr lang="en-US"/>
        </a:p>
      </dgm:t>
    </dgm:pt>
    <dgm:pt modelId="{CC37A581-EBEE-4079-B680-8991CDAF905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Sale Price distribution is right-skewed.</a:t>
          </a:r>
        </a:p>
      </dgm:t>
    </dgm:pt>
    <dgm:pt modelId="{6FB855FB-02ED-4444-BABC-41545D6CD6A9}" type="parTrans" cxnId="{7CD50732-AEED-453C-A5C9-731054EFE9FA}">
      <dgm:prSet/>
      <dgm:spPr/>
      <dgm:t>
        <a:bodyPr/>
        <a:lstStyle/>
        <a:p>
          <a:endParaRPr lang="en-US"/>
        </a:p>
      </dgm:t>
    </dgm:pt>
    <dgm:pt modelId="{642E56BC-B988-420C-A085-47BF871D02DE}" type="sibTrans" cxnId="{7CD50732-AEED-453C-A5C9-731054EFE9FA}">
      <dgm:prSet/>
      <dgm:spPr/>
      <dgm:t>
        <a:bodyPr/>
        <a:lstStyle/>
        <a:p>
          <a:endParaRPr lang="en-US"/>
        </a:p>
      </dgm:t>
    </dgm:pt>
    <dgm:pt modelId="{83B01C39-CFB3-4C20-B116-C55620AC1C8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Neighborhoods show significant price variation.</a:t>
          </a:r>
        </a:p>
      </dgm:t>
    </dgm:pt>
    <dgm:pt modelId="{74EBA486-C3D0-441D-B808-2D75654C26D6}" type="parTrans" cxnId="{50EC7E5A-F4E9-4089-875B-8C91440336CD}">
      <dgm:prSet/>
      <dgm:spPr/>
      <dgm:t>
        <a:bodyPr/>
        <a:lstStyle/>
        <a:p>
          <a:endParaRPr lang="en-US"/>
        </a:p>
      </dgm:t>
    </dgm:pt>
    <dgm:pt modelId="{4E46BD21-868F-429E-87C1-B94AADE70B61}" type="sibTrans" cxnId="{50EC7E5A-F4E9-4089-875B-8C91440336CD}">
      <dgm:prSet/>
      <dgm:spPr/>
      <dgm:t>
        <a:bodyPr/>
        <a:lstStyle/>
        <a:p>
          <a:endParaRPr lang="en-US"/>
        </a:p>
      </dgm:t>
    </dgm:pt>
    <dgm:pt modelId="{9A84AA89-F384-455C-91FF-CF05648648D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Box plots and heatmaps used for visualization.</a:t>
          </a:r>
        </a:p>
      </dgm:t>
    </dgm:pt>
    <dgm:pt modelId="{78601499-A181-41E0-AA74-E003FEC4682D}" type="parTrans" cxnId="{BF04705E-D938-4C15-AB70-193A7D03AB90}">
      <dgm:prSet/>
      <dgm:spPr/>
      <dgm:t>
        <a:bodyPr/>
        <a:lstStyle/>
        <a:p>
          <a:endParaRPr lang="en-US"/>
        </a:p>
      </dgm:t>
    </dgm:pt>
    <dgm:pt modelId="{CD333DBC-A11C-4C18-8204-0D9209148490}" type="sibTrans" cxnId="{BF04705E-D938-4C15-AB70-193A7D03AB90}">
      <dgm:prSet/>
      <dgm:spPr/>
      <dgm:t>
        <a:bodyPr/>
        <a:lstStyle/>
        <a:p>
          <a:endParaRPr lang="en-US"/>
        </a:p>
      </dgm:t>
    </dgm:pt>
    <dgm:pt modelId="{BE80D0D8-4447-49F8-ABA2-80075491F985}" type="pres">
      <dgm:prSet presAssocID="{7FDD2DF7-1E65-4A15-9E32-A51550C8CA9B}" presName="vert0" presStyleCnt="0">
        <dgm:presLayoutVars>
          <dgm:dir/>
          <dgm:animOne val="branch"/>
          <dgm:animLvl val="lvl"/>
        </dgm:presLayoutVars>
      </dgm:prSet>
      <dgm:spPr/>
    </dgm:pt>
    <dgm:pt modelId="{223C521E-2FA8-4CCC-9A49-61F831A2A1E4}" type="pres">
      <dgm:prSet presAssocID="{B48E0D25-E40A-4E76-B61A-46805F6C91D3}" presName="thickLine" presStyleLbl="alignNode1" presStyleIdx="0" presStyleCnt="4"/>
      <dgm:spPr/>
    </dgm:pt>
    <dgm:pt modelId="{7806008D-EAA8-45B4-8ACB-8FD497699889}" type="pres">
      <dgm:prSet presAssocID="{B48E0D25-E40A-4E76-B61A-46805F6C91D3}" presName="horz1" presStyleCnt="0"/>
      <dgm:spPr/>
    </dgm:pt>
    <dgm:pt modelId="{4161C768-0755-46B3-AC08-65E9B52C98B5}" type="pres">
      <dgm:prSet presAssocID="{B48E0D25-E40A-4E76-B61A-46805F6C91D3}" presName="tx1" presStyleLbl="revTx" presStyleIdx="0" presStyleCnt="4"/>
      <dgm:spPr/>
    </dgm:pt>
    <dgm:pt modelId="{27EDBAFA-7460-4B10-969B-E28CFA372023}" type="pres">
      <dgm:prSet presAssocID="{B48E0D25-E40A-4E76-B61A-46805F6C91D3}" presName="vert1" presStyleCnt="0"/>
      <dgm:spPr/>
    </dgm:pt>
    <dgm:pt modelId="{7FDDF701-D4CE-41B3-82A0-6C68FE8E11DB}" type="pres">
      <dgm:prSet presAssocID="{CC37A581-EBEE-4079-B680-8991CDAF9055}" presName="thickLine" presStyleLbl="alignNode1" presStyleIdx="1" presStyleCnt="4"/>
      <dgm:spPr/>
    </dgm:pt>
    <dgm:pt modelId="{BFB5E1D5-7EFF-40AF-B637-5E6274FF7252}" type="pres">
      <dgm:prSet presAssocID="{CC37A581-EBEE-4079-B680-8991CDAF9055}" presName="horz1" presStyleCnt="0"/>
      <dgm:spPr/>
    </dgm:pt>
    <dgm:pt modelId="{36409CDE-53D4-4038-983D-847FD7DF39EF}" type="pres">
      <dgm:prSet presAssocID="{CC37A581-EBEE-4079-B680-8991CDAF9055}" presName="tx1" presStyleLbl="revTx" presStyleIdx="1" presStyleCnt="4"/>
      <dgm:spPr/>
    </dgm:pt>
    <dgm:pt modelId="{00305050-1D81-4A00-A1CA-27ED418D44B3}" type="pres">
      <dgm:prSet presAssocID="{CC37A581-EBEE-4079-B680-8991CDAF9055}" presName="vert1" presStyleCnt="0"/>
      <dgm:spPr/>
    </dgm:pt>
    <dgm:pt modelId="{8B671EED-8495-4308-8928-1A6142E651F2}" type="pres">
      <dgm:prSet presAssocID="{83B01C39-CFB3-4C20-B116-C55620AC1C8C}" presName="thickLine" presStyleLbl="alignNode1" presStyleIdx="2" presStyleCnt="4"/>
      <dgm:spPr/>
    </dgm:pt>
    <dgm:pt modelId="{6AF93571-2505-4BBE-B73A-70CA78D86510}" type="pres">
      <dgm:prSet presAssocID="{83B01C39-CFB3-4C20-B116-C55620AC1C8C}" presName="horz1" presStyleCnt="0"/>
      <dgm:spPr/>
    </dgm:pt>
    <dgm:pt modelId="{64E2E3F0-CDB1-4F46-AAB5-D1EA0B07B662}" type="pres">
      <dgm:prSet presAssocID="{83B01C39-CFB3-4C20-B116-C55620AC1C8C}" presName="tx1" presStyleLbl="revTx" presStyleIdx="2" presStyleCnt="4"/>
      <dgm:spPr/>
    </dgm:pt>
    <dgm:pt modelId="{95A6F3E8-397A-421C-9B39-714FEF3F12C0}" type="pres">
      <dgm:prSet presAssocID="{83B01C39-CFB3-4C20-B116-C55620AC1C8C}" presName="vert1" presStyleCnt="0"/>
      <dgm:spPr/>
    </dgm:pt>
    <dgm:pt modelId="{081AD0BE-017C-41B9-BDE2-D34F51F928C0}" type="pres">
      <dgm:prSet presAssocID="{9A84AA89-F384-455C-91FF-CF05648648D8}" presName="thickLine" presStyleLbl="alignNode1" presStyleIdx="3" presStyleCnt="4"/>
      <dgm:spPr/>
    </dgm:pt>
    <dgm:pt modelId="{6570AE0D-5C83-46E9-8B65-ED793EAE4D1B}" type="pres">
      <dgm:prSet presAssocID="{9A84AA89-F384-455C-91FF-CF05648648D8}" presName="horz1" presStyleCnt="0"/>
      <dgm:spPr/>
    </dgm:pt>
    <dgm:pt modelId="{1C2776E4-4083-46D2-92E3-F75BF0E7BEE8}" type="pres">
      <dgm:prSet presAssocID="{9A84AA89-F384-455C-91FF-CF05648648D8}" presName="tx1" presStyleLbl="revTx" presStyleIdx="3" presStyleCnt="4"/>
      <dgm:spPr/>
    </dgm:pt>
    <dgm:pt modelId="{5E739AB4-BEBB-426C-94CB-3EB6A843088B}" type="pres">
      <dgm:prSet presAssocID="{9A84AA89-F384-455C-91FF-CF05648648D8}" presName="vert1" presStyleCnt="0"/>
      <dgm:spPr/>
    </dgm:pt>
  </dgm:ptLst>
  <dgm:cxnLst>
    <dgm:cxn modelId="{0B2B8D2B-FE23-4167-A712-36F5389F7C8A}" srcId="{7FDD2DF7-1E65-4A15-9E32-A51550C8CA9B}" destId="{B48E0D25-E40A-4E76-B61A-46805F6C91D3}" srcOrd="0" destOrd="0" parTransId="{8E95FA32-1060-4286-B35A-94A161C31ED5}" sibTransId="{60C9F4C9-A693-4BA5-BAE8-459EB2DEDD55}"/>
    <dgm:cxn modelId="{7CD50732-AEED-453C-A5C9-731054EFE9FA}" srcId="{7FDD2DF7-1E65-4A15-9E32-A51550C8CA9B}" destId="{CC37A581-EBEE-4079-B680-8991CDAF9055}" srcOrd="1" destOrd="0" parTransId="{6FB855FB-02ED-4444-BABC-41545D6CD6A9}" sibTransId="{642E56BC-B988-420C-A085-47BF871D02DE}"/>
    <dgm:cxn modelId="{BF04705E-D938-4C15-AB70-193A7D03AB90}" srcId="{7FDD2DF7-1E65-4A15-9E32-A51550C8CA9B}" destId="{9A84AA89-F384-455C-91FF-CF05648648D8}" srcOrd="3" destOrd="0" parTransId="{78601499-A181-41E0-AA74-E003FEC4682D}" sibTransId="{CD333DBC-A11C-4C18-8204-0D9209148490}"/>
    <dgm:cxn modelId="{38BC9C78-85B9-42F3-BB7D-B1D8D2B2FB8A}" type="presOf" srcId="{B48E0D25-E40A-4E76-B61A-46805F6C91D3}" destId="{4161C768-0755-46B3-AC08-65E9B52C98B5}" srcOrd="0" destOrd="0" presId="urn:microsoft.com/office/officeart/2008/layout/LinedList"/>
    <dgm:cxn modelId="{50EC7E5A-F4E9-4089-875B-8C91440336CD}" srcId="{7FDD2DF7-1E65-4A15-9E32-A51550C8CA9B}" destId="{83B01C39-CFB3-4C20-B116-C55620AC1C8C}" srcOrd="2" destOrd="0" parTransId="{74EBA486-C3D0-441D-B808-2D75654C26D6}" sibTransId="{4E46BD21-868F-429E-87C1-B94AADE70B61}"/>
    <dgm:cxn modelId="{AB0694BC-7602-4AF0-92DB-67F045FAFCCA}" type="presOf" srcId="{9A84AA89-F384-455C-91FF-CF05648648D8}" destId="{1C2776E4-4083-46D2-92E3-F75BF0E7BEE8}" srcOrd="0" destOrd="0" presId="urn:microsoft.com/office/officeart/2008/layout/LinedList"/>
    <dgm:cxn modelId="{26646EC4-FDD8-45C5-90B8-DE08F9882C11}" type="presOf" srcId="{83B01C39-CFB3-4C20-B116-C55620AC1C8C}" destId="{64E2E3F0-CDB1-4F46-AAB5-D1EA0B07B662}" srcOrd="0" destOrd="0" presId="urn:microsoft.com/office/officeart/2008/layout/LinedList"/>
    <dgm:cxn modelId="{A1F59CE8-33A0-49C9-B440-18A008267C7D}" type="presOf" srcId="{CC37A581-EBEE-4079-B680-8991CDAF9055}" destId="{36409CDE-53D4-4038-983D-847FD7DF39EF}" srcOrd="0" destOrd="0" presId="urn:microsoft.com/office/officeart/2008/layout/LinedList"/>
    <dgm:cxn modelId="{0F30C3E8-38DB-4B06-BB0A-978DE0783556}" type="presOf" srcId="{7FDD2DF7-1E65-4A15-9E32-A51550C8CA9B}" destId="{BE80D0D8-4447-49F8-ABA2-80075491F985}" srcOrd="0" destOrd="0" presId="urn:microsoft.com/office/officeart/2008/layout/LinedList"/>
    <dgm:cxn modelId="{4B73BE37-A8DF-49ED-BB9A-F9C34C2FEA37}" type="presParOf" srcId="{BE80D0D8-4447-49F8-ABA2-80075491F985}" destId="{223C521E-2FA8-4CCC-9A49-61F831A2A1E4}" srcOrd="0" destOrd="0" presId="urn:microsoft.com/office/officeart/2008/layout/LinedList"/>
    <dgm:cxn modelId="{64AAD9AA-FB49-4B98-A431-70A304C6944C}" type="presParOf" srcId="{BE80D0D8-4447-49F8-ABA2-80075491F985}" destId="{7806008D-EAA8-45B4-8ACB-8FD497699889}" srcOrd="1" destOrd="0" presId="urn:microsoft.com/office/officeart/2008/layout/LinedList"/>
    <dgm:cxn modelId="{7342115B-8960-4DCD-A033-7D0AAE6E1EF8}" type="presParOf" srcId="{7806008D-EAA8-45B4-8ACB-8FD497699889}" destId="{4161C768-0755-46B3-AC08-65E9B52C98B5}" srcOrd="0" destOrd="0" presId="urn:microsoft.com/office/officeart/2008/layout/LinedList"/>
    <dgm:cxn modelId="{EBE9A9F4-3E0C-407E-86CB-A93B84E3AE8C}" type="presParOf" srcId="{7806008D-EAA8-45B4-8ACB-8FD497699889}" destId="{27EDBAFA-7460-4B10-969B-E28CFA372023}" srcOrd="1" destOrd="0" presId="urn:microsoft.com/office/officeart/2008/layout/LinedList"/>
    <dgm:cxn modelId="{86CEC2B9-198C-42FC-879F-148F7AD6F929}" type="presParOf" srcId="{BE80D0D8-4447-49F8-ABA2-80075491F985}" destId="{7FDDF701-D4CE-41B3-82A0-6C68FE8E11DB}" srcOrd="2" destOrd="0" presId="urn:microsoft.com/office/officeart/2008/layout/LinedList"/>
    <dgm:cxn modelId="{62790B8D-8B7D-40AB-8F32-B43275562E78}" type="presParOf" srcId="{BE80D0D8-4447-49F8-ABA2-80075491F985}" destId="{BFB5E1D5-7EFF-40AF-B637-5E6274FF7252}" srcOrd="3" destOrd="0" presId="urn:microsoft.com/office/officeart/2008/layout/LinedList"/>
    <dgm:cxn modelId="{4E3CF7F6-4985-451A-8298-4F2A1844C1C9}" type="presParOf" srcId="{BFB5E1D5-7EFF-40AF-B637-5E6274FF7252}" destId="{36409CDE-53D4-4038-983D-847FD7DF39EF}" srcOrd="0" destOrd="0" presId="urn:microsoft.com/office/officeart/2008/layout/LinedList"/>
    <dgm:cxn modelId="{CA006EF3-628A-4DFB-BA90-E8594807F752}" type="presParOf" srcId="{BFB5E1D5-7EFF-40AF-B637-5E6274FF7252}" destId="{00305050-1D81-4A00-A1CA-27ED418D44B3}" srcOrd="1" destOrd="0" presId="urn:microsoft.com/office/officeart/2008/layout/LinedList"/>
    <dgm:cxn modelId="{42EAAA19-C209-453A-B012-E4C3CBDDF6BE}" type="presParOf" srcId="{BE80D0D8-4447-49F8-ABA2-80075491F985}" destId="{8B671EED-8495-4308-8928-1A6142E651F2}" srcOrd="4" destOrd="0" presId="urn:microsoft.com/office/officeart/2008/layout/LinedList"/>
    <dgm:cxn modelId="{6AA21008-F53F-404D-9F79-4DC512032177}" type="presParOf" srcId="{BE80D0D8-4447-49F8-ABA2-80075491F985}" destId="{6AF93571-2505-4BBE-B73A-70CA78D86510}" srcOrd="5" destOrd="0" presId="urn:microsoft.com/office/officeart/2008/layout/LinedList"/>
    <dgm:cxn modelId="{B17FBA7A-0D98-4819-9560-C3536FF8EF87}" type="presParOf" srcId="{6AF93571-2505-4BBE-B73A-70CA78D86510}" destId="{64E2E3F0-CDB1-4F46-AAB5-D1EA0B07B662}" srcOrd="0" destOrd="0" presId="urn:microsoft.com/office/officeart/2008/layout/LinedList"/>
    <dgm:cxn modelId="{6408059E-A943-4F12-A5EF-3B542B8BBD61}" type="presParOf" srcId="{6AF93571-2505-4BBE-B73A-70CA78D86510}" destId="{95A6F3E8-397A-421C-9B39-714FEF3F12C0}" srcOrd="1" destOrd="0" presId="urn:microsoft.com/office/officeart/2008/layout/LinedList"/>
    <dgm:cxn modelId="{CE08CC86-E75E-486A-B036-AE6F2B365651}" type="presParOf" srcId="{BE80D0D8-4447-49F8-ABA2-80075491F985}" destId="{081AD0BE-017C-41B9-BDE2-D34F51F928C0}" srcOrd="6" destOrd="0" presId="urn:microsoft.com/office/officeart/2008/layout/LinedList"/>
    <dgm:cxn modelId="{CA367605-92F3-4C8F-9B0E-83050DDA7C17}" type="presParOf" srcId="{BE80D0D8-4447-49F8-ABA2-80075491F985}" destId="{6570AE0D-5C83-46E9-8B65-ED793EAE4D1B}" srcOrd="7" destOrd="0" presId="urn:microsoft.com/office/officeart/2008/layout/LinedList"/>
    <dgm:cxn modelId="{FF332397-756D-4528-A0EE-87F87A3CE5FB}" type="presParOf" srcId="{6570AE0D-5C83-46E9-8B65-ED793EAE4D1B}" destId="{1C2776E4-4083-46D2-92E3-F75BF0E7BEE8}" srcOrd="0" destOrd="0" presId="urn:microsoft.com/office/officeart/2008/layout/LinedList"/>
    <dgm:cxn modelId="{8B720CDD-EBCF-4ABD-9F8A-8111BB80F9E2}" type="presParOf" srcId="{6570AE0D-5C83-46E9-8B65-ED793EAE4D1B}" destId="{5E739AB4-BEBB-426C-94CB-3EB6A84308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5352A4-839E-48B9-8A7F-D04BD66E73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F822B67-2760-45F9-8231-3C2D5228DB3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Developed a machine learning-based prediction system</a:t>
          </a:r>
        </a:p>
      </dgm:t>
    </dgm:pt>
    <dgm:pt modelId="{F6DF7B37-23AD-4B73-A941-B9C0D31B4C3E}" type="parTrans" cxnId="{C9916B92-E1AC-4312-A829-3401EDBC7805}">
      <dgm:prSet/>
      <dgm:spPr/>
      <dgm:t>
        <a:bodyPr/>
        <a:lstStyle/>
        <a:p>
          <a:endParaRPr lang="en-US"/>
        </a:p>
      </dgm:t>
    </dgm:pt>
    <dgm:pt modelId="{CA6B415F-A27E-4B10-8A2F-24059B966DF1}" type="sibTrans" cxnId="{C9916B92-E1AC-4312-A829-3401EDBC7805}">
      <dgm:prSet/>
      <dgm:spPr/>
      <dgm:t>
        <a:bodyPr/>
        <a:lstStyle/>
        <a:p>
          <a:endParaRPr lang="en-US"/>
        </a:p>
      </dgm:t>
    </dgm:pt>
    <dgm:pt modelId="{D5021133-78F6-4237-BFF6-1B7A11B51FB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Achieved accurate price predictions with reliable metrics</a:t>
          </a:r>
        </a:p>
      </dgm:t>
    </dgm:pt>
    <dgm:pt modelId="{E200C54D-8AFC-4069-94E1-9DA026B9EA75}" type="parTrans" cxnId="{7604DE72-CED3-4BCC-96D6-36884995EE31}">
      <dgm:prSet/>
      <dgm:spPr/>
      <dgm:t>
        <a:bodyPr/>
        <a:lstStyle/>
        <a:p>
          <a:endParaRPr lang="en-US"/>
        </a:p>
      </dgm:t>
    </dgm:pt>
    <dgm:pt modelId="{92286F18-4A9B-4FF9-8FA9-7E557285A2FD}" type="sibTrans" cxnId="{7604DE72-CED3-4BCC-96D6-36884995EE31}">
      <dgm:prSet/>
      <dgm:spPr/>
      <dgm:t>
        <a:bodyPr/>
        <a:lstStyle/>
        <a:p>
          <a:endParaRPr lang="en-US"/>
        </a:p>
      </dgm:t>
    </dgm:pt>
    <dgm:pt modelId="{E37DF19C-40B5-4506-8179-ABF270ED225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User-friendly and interpretable model</a:t>
          </a:r>
        </a:p>
      </dgm:t>
    </dgm:pt>
    <dgm:pt modelId="{A3D16828-7D00-49BC-AC16-5E32C4B00873}" type="parTrans" cxnId="{0922931B-54EB-4BC3-90A3-B27263D949E7}">
      <dgm:prSet/>
      <dgm:spPr/>
      <dgm:t>
        <a:bodyPr/>
        <a:lstStyle/>
        <a:p>
          <a:endParaRPr lang="en-US"/>
        </a:p>
      </dgm:t>
    </dgm:pt>
    <dgm:pt modelId="{4A1758D8-C907-4B6C-8F01-D6F77D492245}" type="sibTrans" cxnId="{0922931B-54EB-4BC3-90A3-B27263D949E7}">
      <dgm:prSet/>
      <dgm:spPr/>
      <dgm:t>
        <a:bodyPr/>
        <a:lstStyle/>
        <a:p>
          <a:endParaRPr lang="en-US"/>
        </a:p>
      </dgm:t>
    </dgm:pt>
    <dgm:pt modelId="{81354B50-CC99-46F1-A836-7EC183E86E3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Potential integration into real estate websites or apps</a:t>
          </a:r>
        </a:p>
      </dgm:t>
    </dgm:pt>
    <dgm:pt modelId="{0ECC2519-FF87-4695-B627-3C8AAF2690CF}" type="parTrans" cxnId="{29F0934D-1092-49B0-A926-02E9D11325A9}">
      <dgm:prSet/>
      <dgm:spPr/>
      <dgm:t>
        <a:bodyPr/>
        <a:lstStyle/>
        <a:p>
          <a:endParaRPr lang="en-US"/>
        </a:p>
      </dgm:t>
    </dgm:pt>
    <dgm:pt modelId="{FFAF01D2-7CFF-4177-8FDF-48B067AAC1F6}" type="sibTrans" cxnId="{29F0934D-1092-49B0-A926-02E9D11325A9}">
      <dgm:prSet/>
      <dgm:spPr/>
      <dgm:t>
        <a:bodyPr/>
        <a:lstStyle/>
        <a:p>
          <a:endParaRPr lang="en-US"/>
        </a:p>
      </dgm:t>
    </dgm:pt>
    <dgm:pt modelId="{B05A157F-3E01-4125-9E2F-ADECC3D76D6B}" type="pres">
      <dgm:prSet presAssocID="{995352A4-839E-48B9-8A7F-D04BD66E73EA}" presName="root" presStyleCnt="0">
        <dgm:presLayoutVars>
          <dgm:dir/>
          <dgm:resizeHandles val="exact"/>
        </dgm:presLayoutVars>
      </dgm:prSet>
      <dgm:spPr/>
    </dgm:pt>
    <dgm:pt modelId="{72441537-8A25-4615-BEA6-91AE2D3A4B70}" type="pres">
      <dgm:prSet presAssocID="{8F822B67-2760-45F9-8231-3C2D5228DB35}" presName="compNode" presStyleCnt="0"/>
      <dgm:spPr/>
    </dgm:pt>
    <dgm:pt modelId="{FE7C0C06-53CC-47A3-B8F0-443C093E88FF}" type="pres">
      <dgm:prSet presAssocID="{8F822B67-2760-45F9-8231-3C2D5228DB35}" presName="bgRect" presStyleLbl="bgShp" presStyleIdx="0" presStyleCnt="4"/>
      <dgm:spPr/>
    </dgm:pt>
    <dgm:pt modelId="{A451A053-3942-4BA1-B697-B5590032CBD0}" type="pres">
      <dgm:prSet presAssocID="{8F822B67-2760-45F9-8231-3C2D5228DB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7CEDF52-25E1-42FB-B509-3300E017C4F7}" type="pres">
      <dgm:prSet presAssocID="{8F822B67-2760-45F9-8231-3C2D5228DB35}" presName="spaceRect" presStyleCnt="0"/>
      <dgm:spPr/>
    </dgm:pt>
    <dgm:pt modelId="{E9965304-821B-438B-8F75-066BEE19CA6F}" type="pres">
      <dgm:prSet presAssocID="{8F822B67-2760-45F9-8231-3C2D5228DB35}" presName="parTx" presStyleLbl="revTx" presStyleIdx="0" presStyleCnt="4">
        <dgm:presLayoutVars>
          <dgm:chMax val="0"/>
          <dgm:chPref val="0"/>
        </dgm:presLayoutVars>
      </dgm:prSet>
      <dgm:spPr/>
    </dgm:pt>
    <dgm:pt modelId="{D1E953B3-8EB0-4C47-A29D-E46CBF66D83E}" type="pres">
      <dgm:prSet presAssocID="{CA6B415F-A27E-4B10-8A2F-24059B966DF1}" presName="sibTrans" presStyleCnt="0"/>
      <dgm:spPr/>
    </dgm:pt>
    <dgm:pt modelId="{255E90B9-CCAE-42C6-924A-49A0FAB61BB9}" type="pres">
      <dgm:prSet presAssocID="{D5021133-78F6-4237-BFF6-1B7A11B51FB9}" presName="compNode" presStyleCnt="0"/>
      <dgm:spPr/>
    </dgm:pt>
    <dgm:pt modelId="{6B0AC97F-F1FB-424E-A13B-C9158E95EC7C}" type="pres">
      <dgm:prSet presAssocID="{D5021133-78F6-4237-BFF6-1B7A11B51FB9}" presName="bgRect" presStyleLbl="bgShp" presStyleIdx="1" presStyleCnt="4"/>
      <dgm:spPr/>
    </dgm:pt>
    <dgm:pt modelId="{C99B4BBD-238E-4687-9F11-8CEC4A55E419}" type="pres">
      <dgm:prSet presAssocID="{D5021133-78F6-4237-BFF6-1B7A11B51F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4A164A-A2C2-4536-8067-35CE7BDABC9C}" type="pres">
      <dgm:prSet presAssocID="{D5021133-78F6-4237-BFF6-1B7A11B51FB9}" presName="spaceRect" presStyleCnt="0"/>
      <dgm:spPr/>
    </dgm:pt>
    <dgm:pt modelId="{B7C1782C-5E43-411D-8AF8-D2F0E03B917D}" type="pres">
      <dgm:prSet presAssocID="{D5021133-78F6-4237-BFF6-1B7A11B51FB9}" presName="parTx" presStyleLbl="revTx" presStyleIdx="1" presStyleCnt="4">
        <dgm:presLayoutVars>
          <dgm:chMax val="0"/>
          <dgm:chPref val="0"/>
        </dgm:presLayoutVars>
      </dgm:prSet>
      <dgm:spPr/>
    </dgm:pt>
    <dgm:pt modelId="{B6FD3C88-E2E0-473E-9962-6EBC94CEFDAE}" type="pres">
      <dgm:prSet presAssocID="{92286F18-4A9B-4FF9-8FA9-7E557285A2FD}" presName="sibTrans" presStyleCnt="0"/>
      <dgm:spPr/>
    </dgm:pt>
    <dgm:pt modelId="{EA735485-5447-4FAE-9A36-8A73733B1A15}" type="pres">
      <dgm:prSet presAssocID="{E37DF19C-40B5-4506-8179-ABF270ED2259}" presName="compNode" presStyleCnt="0"/>
      <dgm:spPr/>
    </dgm:pt>
    <dgm:pt modelId="{3ACA1B2D-8230-441D-84BE-E7EDA211E82C}" type="pres">
      <dgm:prSet presAssocID="{E37DF19C-40B5-4506-8179-ABF270ED2259}" presName="bgRect" presStyleLbl="bgShp" presStyleIdx="2" presStyleCnt="4"/>
      <dgm:spPr/>
    </dgm:pt>
    <dgm:pt modelId="{20F73406-332F-4177-941A-7517DDC1623C}" type="pres">
      <dgm:prSet presAssocID="{E37DF19C-40B5-4506-8179-ABF270ED22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0168EB5-2E75-4F34-BD3F-013EEC742435}" type="pres">
      <dgm:prSet presAssocID="{E37DF19C-40B5-4506-8179-ABF270ED2259}" presName="spaceRect" presStyleCnt="0"/>
      <dgm:spPr/>
    </dgm:pt>
    <dgm:pt modelId="{343FADE3-8CF3-4209-8681-92238174F05A}" type="pres">
      <dgm:prSet presAssocID="{E37DF19C-40B5-4506-8179-ABF270ED2259}" presName="parTx" presStyleLbl="revTx" presStyleIdx="2" presStyleCnt="4">
        <dgm:presLayoutVars>
          <dgm:chMax val="0"/>
          <dgm:chPref val="0"/>
        </dgm:presLayoutVars>
      </dgm:prSet>
      <dgm:spPr/>
    </dgm:pt>
    <dgm:pt modelId="{D4D9FFD3-FC4E-43B6-87F3-2277583038ED}" type="pres">
      <dgm:prSet presAssocID="{4A1758D8-C907-4B6C-8F01-D6F77D492245}" presName="sibTrans" presStyleCnt="0"/>
      <dgm:spPr/>
    </dgm:pt>
    <dgm:pt modelId="{DD246E87-6ADB-49EB-AEF9-AD1AB39673C6}" type="pres">
      <dgm:prSet presAssocID="{81354B50-CC99-46F1-A836-7EC183E86E3A}" presName="compNode" presStyleCnt="0"/>
      <dgm:spPr/>
    </dgm:pt>
    <dgm:pt modelId="{6838DD2B-7D59-43B3-B521-5912A74D1010}" type="pres">
      <dgm:prSet presAssocID="{81354B50-CC99-46F1-A836-7EC183E86E3A}" presName="bgRect" presStyleLbl="bgShp" presStyleIdx="3" presStyleCnt="4"/>
      <dgm:spPr/>
    </dgm:pt>
    <dgm:pt modelId="{F3385E6B-3A52-419D-81E8-C9CF0C8E5B08}" type="pres">
      <dgm:prSet presAssocID="{81354B50-CC99-46F1-A836-7EC183E86E3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C13FFEA8-333B-4A8E-B9D9-38D49B9D48FF}" type="pres">
      <dgm:prSet presAssocID="{81354B50-CC99-46F1-A836-7EC183E86E3A}" presName="spaceRect" presStyleCnt="0"/>
      <dgm:spPr/>
    </dgm:pt>
    <dgm:pt modelId="{AE022E1E-0766-484C-926F-5E516CD976B8}" type="pres">
      <dgm:prSet presAssocID="{81354B50-CC99-46F1-A836-7EC183E86E3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922931B-54EB-4BC3-90A3-B27263D949E7}" srcId="{995352A4-839E-48B9-8A7F-D04BD66E73EA}" destId="{E37DF19C-40B5-4506-8179-ABF270ED2259}" srcOrd="2" destOrd="0" parTransId="{A3D16828-7D00-49BC-AC16-5E32C4B00873}" sibTransId="{4A1758D8-C907-4B6C-8F01-D6F77D492245}"/>
    <dgm:cxn modelId="{266ED31F-AB03-4713-B220-A2FBADE92B78}" type="presOf" srcId="{81354B50-CC99-46F1-A836-7EC183E86E3A}" destId="{AE022E1E-0766-484C-926F-5E516CD976B8}" srcOrd="0" destOrd="0" presId="urn:microsoft.com/office/officeart/2018/2/layout/IconVerticalSolidList"/>
    <dgm:cxn modelId="{D9ECFF40-B9FE-447E-A8DB-7DF211C19729}" type="presOf" srcId="{8F822B67-2760-45F9-8231-3C2D5228DB35}" destId="{E9965304-821B-438B-8F75-066BEE19CA6F}" srcOrd="0" destOrd="0" presId="urn:microsoft.com/office/officeart/2018/2/layout/IconVerticalSolidList"/>
    <dgm:cxn modelId="{29F0934D-1092-49B0-A926-02E9D11325A9}" srcId="{995352A4-839E-48B9-8A7F-D04BD66E73EA}" destId="{81354B50-CC99-46F1-A836-7EC183E86E3A}" srcOrd="3" destOrd="0" parTransId="{0ECC2519-FF87-4695-B627-3C8AAF2690CF}" sibTransId="{FFAF01D2-7CFF-4177-8FDF-48B067AAC1F6}"/>
    <dgm:cxn modelId="{7604DE72-CED3-4BCC-96D6-36884995EE31}" srcId="{995352A4-839E-48B9-8A7F-D04BD66E73EA}" destId="{D5021133-78F6-4237-BFF6-1B7A11B51FB9}" srcOrd="1" destOrd="0" parTransId="{E200C54D-8AFC-4069-94E1-9DA026B9EA75}" sibTransId="{92286F18-4A9B-4FF9-8FA9-7E557285A2FD}"/>
    <dgm:cxn modelId="{C9916B92-E1AC-4312-A829-3401EDBC7805}" srcId="{995352A4-839E-48B9-8A7F-D04BD66E73EA}" destId="{8F822B67-2760-45F9-8231-3C2D5228DB35}" srcOrd="0" destOrd="0" parTransId="{F6DF7B37-23AD-4B73-A941-B9C0D31B4C3E}" sibTransId="{CA6B415F-A27E-4B10-8A2F-24059B966DF1}"/>
    <dgm:cxn modelId="{61442D93-0B94-4BE0-AF89-9E1188B44C12}" type="presOf" srcId="{995352A4-839E-48B9-8A7F-D04BD66E73EA}" destId="{B05A157F-3E01-4125-9E2F-ADECC3D76D6B}" srcOrd="0" destOrd="0" presId="urn:microsoft.com/office/officeart/2018/2/layout/IconVerticalSolidList"/>
    <dgm:cxn modelId="{F6B43AE7-DBA5-479A-8E7A-0DDE652679D9}" type="presOf" srcId="{D5021133-78F6-4237-BFF6-1B7A11B51FB9}" destId="{B7C1782C-5E43-411D-8AF8-D2F0E03B917D}" srcOrd="0" destOrd="0" presId="urn:microsoft.com/office/officeart/2018/2/layout/IconVerticalSolidList"/>
    <dgm:cxn modelId="{7E1FD0F2-86AE-4F6B-AFCA-B092CA8647A3}" type="presOf" srcId="{E37DF19C-40B5-4506-8179-ABF270ED2259}" destId="{343FADE3-8CF3-4209-8681-92238174F05A}" srcOrd="0" destOrd="0" presId="urn:microsoft.com/office/officeart/2018/2/layout/IconVerticalSolidList"/>
    <dgm:cxn modelId="{29604266-59C3-4B0F-B3C5-96F0A05C2702}" type="presParOf" srcId="{B05A157F-3E01-4125-9E2F-ADECC3D76D6B}" destId="{72441537-8A25-4615-BEA6-91AE2D3A4B70}" srcOrd="0" destOrd="0" presId="urn:microsoft.com/office/officeart/2018/2/layout/IconVerticalSolidList"/>
    <dgm:cxn modelId="{C3C86DB0-A514-4DA7-B7EB-CB5F5A1A6F71}" type="presParOf" srcId="{72441537-8A25-4615-BEA6-91AE2D3A4B70}" destId="{FE7C0C06-53CC-47A3-B8F0-443C093E88FF}" srcOrd="0" destOrd="0" presId="urn:microsoft.com/office/officeart/2018/2/layout/IconVerticalSolidList"/>
    <dgm:cxn modelId="{578381DD-8518-4D9B-A94F-466B06ABD377}" type="presParOf" srcId="{72441537-8A25-4615-BEA6-91AE2D3A4B70}" destId="{A451A053-3942-4BA1-B697-B5590032CBD0}" srcOrd="1" destOrd="0" presId="urn:microsoft.com/office/officeart/2018/2/layout/IconVerticalSolidList"/>
    <dgm:cxn modelId="{BD0B0B38-F967-47E9-87C0-9B791534FBDD}" type="presParOf" srcId="{72441537-8A25-4615-BEA6-91AE2D3A4B70}" destId="{47CEDF52-25E1-42FB-B509-3300E017C4F7}" srcOrd="2" destOrd="0" presId="urn:microsoft.com/office/officeart/2018/2/layout/IconVerticalSolidList"/>
    <dgm:cxn modelId="{C347152D-BAF9-47B4-8C88-D933F8F00E6B}" type="presParOf" srcId="{72441537-8A25-4615-BEA6-91AE2D3A4B70}" destId="{E9965304-821B-438B-8F75-066BEE19CA6F}" srcOrd="3" destOrd="0" presId="urn:microsoft.com/office/officeart/2018/2/layout/IconVerticalSolidList"/>
    <dgm:cxn modelId="{00D8E417-F22B-45D3-A558-AB703E528A86}" type="presParOf" srcId="{B05A157F-3E01-4125-9E2F-ADECC3D76D6B}" destId="{D1E953B3-8EB0-4C47-A29D-E46CBF66D83E}" srcOrd="1" destOrd="0" presId="urn:microsoft.com/office/officeart/2018/2/layout/IconVerticalSolidList"/>
    <dgm:cxn modelId="{A2F9B96E-C8C6-4E1C-8D4E-85ACACC198D8}" type="presParOf" srcId="{B05A157F-3E01-4125-9E2F-ADECC3D76D6B}" destId="{255E90B9-CCAE-42C6-924A-49A0FAB61BB9}" srcOrd="2" destOrd="0" presId="urn:microsoft.com/office/officeart/2018/2/layout/IconVerticalSolidList"/>
    <dgm:cxn modelId="{B709892D-0A31-458F-93EA-DD47D4CDE1C9}" type="presParOf" srcId="{255E90B9-CCAE-42C6-924A-49A0FAB61BB9}" destId="{6B0AC97F-F1FB-424E-A13B-C9158E95EC7C}" srcOrd="0" destOrd="0" presId="urn:microsoft.com/office/officeart/2018/2/layout/IconVerticalSolidList"/>
    <dgm:cxn modelId="{7B11F2BC-5FD6-49F3-900D-909C85C6E970}" type="presParOf" srcId="{255E90B9-CCAE-42C6-924A-49A0FAB61BB9}" destId="{C99B4BBD-238E-4687-9F11-8CEC4A55E419}" srcOrd="1" destOrd="0" presId="urn:microsoft.com/office/officeart/2018/2/layout/IconVerticalSolidList"/>
    <dgm:cxn modelId="{4E6F0A2A-F70D-404B-A92B-9974AD1D2169}" type="presParOf" srcId="{255E90B9-CCAE-42C6-924A-49A0FAB61BB9}" destId="{244A164A-A2C2-4536-8067-35CE7BDABC9C}" srcOrd="2" destOrd="0" presId="urn:microsoft.com/office/officeart/2018/2/layout/IconVerticalSolidList"/>
    <dgm:cxn modelId="{47B9A427-93BF-4293-93F5-8698FA3C545B}" type="presParOf" srcId="{255E90B9-CCAE-42C6-924A-49A0FAB61BB9}" destId="{B7C1782C-5E43-411D-8AF8-D2F0E03B917D}" srcOrd="3" destOrd="0" presId="urn:microsoft.com/office/officeart/2018/2/layout/IconVerticalSolidList"/>
    <dgm:cxn modelId="{93F1A8AE-DAB0-44B0-AB1B-54F4CFA8FC47}" type="presParOf" srcId="{B05A157F-3E01-4125-9E2F-ADECC3D76D6B}" destId="{B6FD3C88-E2E0-473E-9962-6EBC94CEFDAE}" srcOrd="3" destOrd="0" presId="urn:microsoft.com/office/officeart/2018/2/layout/IconVerticalSolidList"/>
    <dgm:cxn modelId="{A9290676-9014-4178-AF79-0FD434AB477C}" type="presParOf" srcId="{B05A157F-3E01-4125-9E2F-ADECC3D76D6B}" destId="{EA735485-5447-4FAE-9A36-8A73733B1A15}" srcOrd="4" destOrd="0" presId="urn:microsoft.com/office/officeart/2018/2/layout/IconVerticalSolidList"/>
    <dgm:cxn modelId="{186A5971-BBA3-4303-B67D-4C45A9FF9B09}" type="presParOf" srcId="{EA735485-5447-4FAE-9A36-8A73733B1A15}" destId="{3ACA1B2D-8230-441D-84BE-E7EDA211E82C}" srcOrd="0" destOrd="0" presId="urn:microsoft.com/office/officeart/2018/2/layout/IconVerticalSolidList"/>
    <dgm:cxn modelId="{DDD7F6B8-5136-4AAF-AFA7-DA94441816B3}" type="presParOf" srcId="{EA735485-5447-4FAE-9A36-8A73733B1A15}" destId="{20F73406-332F-4177-941A-7517DDC1623C}" srcOrd="1" destOrd="0" presId="urn:microsoft.com/office/officeart/2018/2/layout/IconVerticalSolidList"/>
    <dgm:cxn modelId="{A00ABAAF-2C80-4E10-9518-68394BC6F1BC}" type="presParOf" srcId="{EA735485-5447-4FAE-9A36-8A73733B1A15}" destId="{F0168EB5-2E75-4F34-BD3F-013EEC742435}" srcOrd="2" destOrd="0" presId="urn:microsoft.com/office/officeart/2018/2/layout/IconVerticalSolidList"/>
    <dgm:cxn modelId="{E4C4B8AB-77AE-4FA5-8676-E69AD5A6D72D}" type="presParOf" srcId="{EA735485-5447-4FAE-9A36-8A73733B1A15}" destId="{343FADE3-8CF3-4209-8681-92238174F05A}" srcOrd="3" destOrd="0" presId="urn:microsoft.com/office/officeart/2018/2/layout/IconVerticalSolidList"/>
    <dgm:cxn modelId="{16DEDF62-4512-4939-A26B-DB4BDD87A52D}" type="presParOf" srcId="{B05A157F-3E01-4125-9E2F-ADECC3D76D6B}" destId="{D4D9FFD3-FC4E-43B6-87F3-2277583038ED}" srcOrd="5" destOrd="0" presId="urn:microsoft.com/office/officeart/2018/2/layout/IconVerticalSolidList"/>
    <dgm:cxn modelId="{E168520F-9916-411A-9A9C-D1364CABD9E1}" type="presParOf" srcId="{B05A157F-3E01-4125-9E2F-ADECC3D76D6B}" destId="{DD246E87-6ADB-49EB-AEF9-AD1AB39673C6}" srcOrd="6" destOrd="0" presId="urn:microsoft.com/office/officeart/2018/2/layout/IconVerticalSolidList"/>
    <dgm:cxn modelId="{E9107ECE-2339-47F2-935F-B9B550A59B22}" type="presParOf" srcId="{DD246E87-6ADB-49EB-AEF9-AD1AB39673C6}" destId="{6838DD2B-7D59-43B3-B521-5912A74D1010}" srcOrd="0" destOrd="0" presId="urn:microsoft.com/office/officeart/2018/2/layout/IconVerticalSolidList"/>
    <dgm:cxn modelId="{72485F0F-C04E-4C0F-8E4B-F9CF8647EDD5}" type="presParOf" srcId="{DD246E87-6ADB-49EB-AEF9-AD1AB39673C6}" destId="{F3385E6B-3A52-419D-81E8-C9CF0C8E5B08}" srcOrd="1" destOrd="0" presId="urn:microsoft.com/office/officeart/2018/2/layout/IconVerticalSolidList"/>
    <dgm:cxn modelId="{FEAC453A-89BA-4E08-ACA0-82A3FC72D81B}" type="presParOf" srcId="{DD246E87-6ADB-49EB-AEF9-AD1AB39673C6}" destId="{C13FFEA8-333B-4A8E-B9D9-38D49B9D48FF}" srcOrd="2" destOrd="0" presId="urn:microsoft.com/office/officeart/2018/2/layout/IconVerticalSolidList"/>
    <dgm:cxn modelId="{22FC95CA-D333-4816-AE2F-3DA546ECF997}" type="presParOf" srcId="{DD246E87-6ADB-49EB-AEF9-AD1AB39673C6}" destId="{AE022E1E-0766-484C-926F-5E516CD976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2B663AB-66BC-445A-8A88-018658C0127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2657A10-85DD-41D6-9DE0-3AF62684E67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Project demonstrates ML’s utility in real estate valuation</a:t>
          </a:r>
        </a:p>
      </dgm:t>
    </dgm:pt>
    <dgm:pt modelId="{95025AD2-8073-4ED5-BC43-50549A938A4D}" type="parTrans" cxnId="{DD716B85-3152-4975-B7DB-B1CB52FB67A8}">
      <dgm:prSet/>
      <dgm:spPr/>
      <dgm:t>
        <a:bodyPr/>
        <a:lstStyle/>
        <a:p>
          <a:endParaRPr lang="en-US"/>
        </a:p>
      </dgm:t>
    </dgm:pt>
    <dgm:pt modelId="{3165E5C1-3B40-447F-BF11-A464E2AC707A}" type="sibTrans" cxnId="{DD716B85-3152-4975-B7DB-B1CB52FB67A8}">
      <dgm:prSet/>
      <dgm:spPr/>
      <dgm:t>
        <a:bodyPr/>
        <a:lstStyle/>
        <a:p>
          <a:endParaRPr lang="en-US"/>
        </a:p>
      </dgm:t>
    </dgm:pt>
    <dgm:pt modelId="{1BF840E9-2271-4C9D-A5AF-666713A9E09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Accurate and scalable prediction system</a:t>
          </a:r>
        </a:p>
      </dgm:t>
    </dgm:pt>
    <dgm:pt modelId="{7836321B-DEAD-4C5C-84D7-E57D0FEDD49F}" type="parTrans" cxnId="{626B328F-E329-42BD-A72E-80A21700B393}">
      <dgm:prSet/>
      <dgm:spPr/>
      <dgm:t>
        <a:bodyPr/>
        <a:lstStyle/>
        <a:p>
          <a:endParaRPr lang="en-US"/>
        </a:p>
      </dgm:t>
    </dgm:pt>
    <dgm:pt modelId="{E2AD1B14-1348-4379-AE1D-1486F38496D2}" type="sibTrans" cxnId="{626B328F-E329-42BD-A72E-80A21700B393}">
      <dgm:prSet/>
      <dgm:spPr/>
      <dgm:t>
        <a:bodyPr/>
        <a:lstStyle/>
        <a:p>
          <a:endParaRPr lang="en-US"/>
        </a:p>
      </dgm:t>
    </dgm:pt>
    <dgm:pt modelId="{775798F9-553B-4BEB-A289-EE60C3AEE9F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Practical applications for buyers, sellers, and investors</a:t>
          </a:r>
        </a:p>
      </dgm:t>
    </dgm:pt>
    <dgm:pt modelId="{41A7B6C7-AFA8-4661-B782-5A457589D213}" type="parTrans" cxnId="{995AC7DF-48FD-46A9-9F4F-29F4351A405A}">
      <dgm:prSet/>
      <dgm:spPr/>
      <dgm:t>
        <a:bodyPr/>
        <a:lstStyle/>
        <a:p>
          <a:endParaRPr lang="en-US"/>
        </a:p>
      </dgm:t>
    </dgm:pt>
    <dgm:pt modelId="{4E96107A-3374-4BA2-AA15-6FFB1D1FBB81}" type="sibTrans" cxnId="{995AC7DF-48FD-46A9-9F4F-29F4351A405A}">
      <dgm:prSet/>
      <dgm:spPr/>
      <dgm:t>
        <a:bodyPr/>
        <a:lstStyle/>
        <a:p>
          <a:endParaRPr lang="en-US"/>
        </a:p>
      </dgm:t>
    </dgm:pt>
    <dgm:pt modelId="{01F3DD66-2452-4298-8A27-F63382797EB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Lays foundation for future research and development</a:t>
          </a:r>
        </a:p>
      </dgm:t>
    </dgm:pt>
    <dgm:pt modelId="{1D05ECE9-358D-4D67-A519-1C44DFF61328}" type="parTrans" cxnId="{F533DE64-4C42-4A27-BBFC-922DB358E34C}">
      <dgm:prSet/>
      <dgm:spPr/>
      <dgm:t>
        <a:bodyPr/>
        <a:lstStyle/>
        <a:p>
          <a:endParaRPr lang="en-US"/>
        </a:p>
      </dgm:t>
    </dgm:pt>
    <dgm:pt modelId="{DE19156B-5247-40EC-9993-5165B9D77BF3}" type="sibTrans" cxnId="{F533DE64-4C42-4A27-BBFC-922DB358E34C}">
      <dgm:prSet/>
      <dgm:spPr/>
      <dgm:t>
        <a:bodyPr/>
        <a:lstStyle/>
        <a:p>
          <a:endParaRPr lang="en-US"/>
        </a:p>
      </dgm:t>
    </dgm:pt>
    <dgm:pt modelId="{98C3C461-F5EE-4129-8480-8EDC5C9BCA54}" type="pres">
      <dgm:prSet presAssocID="{22B663AB-66BC-445A-8A88-018658C0127F}" presName="outerComposite" presStyleCnt="0">
        <dgm:presLayoutVars>
          <dgm:chMax val="5"/>
          <dgm:dir/>
          <dgm:resizeHandles val="exact"/>
        </dgm:presLayoutVars>
      </dgm:prSet>
      <dgm:spPr/>
    </dgm:pt>
    <dgm:pt modelId="{E4503040-E8E0-4FB9-BE64-80DE6EDE36BA}" type="pres">
      <dgm:prSet presAssocID="{22B663AB-66BC-445A-8A88-018658C0127F}" presName="dummyMaxCanvas" presStyleCnt="0">
        <dgm:presLayoutVars/>
      </dgm:prSet>
      <dgm:spPr/>
    </dgm:pt>
    <dgm:pt modelId="{42F1AFA3-E4E1-482C-8FE4-16F6B074458F}" type="pres">
      <dgm:prSet presAssocID="{22B663AB-66BC-445A-8A88-018658C0127F}" presName="FourNodes_1" presStyleLbl="node1" presStyleIdx="0" presStyleCnt="4">
        <dgm:presLayoutVars>
          <dgm:bulletEnabled val="1"/>
        </dgm:presLayoutVars>
      </dgm:prSet>
      <dgm:spPr/>
    </dgm:pt>
    <dgm:pt modelId="{F64E4166-058F-41C7-93EF-F9AD3532115F}" type="pres">
      <dgm:prSet presAssocID="{22B663AB-66BC-445A-8A88-018658C0127F}" presName="FourNodes_2" presStyleLbl="node1" presStyleIdx="1" presStyleCnt="4">
        <dgm:presLayoutVars>
          <dgm:bulletEnabled val="1"/>
        </dgm:presLayoutVars>
      </dgm:prSet>
      <dgm:spPr/>
    </dgm:pt>
    <dgm:pt modelId="{3E64FE89-075A-4CA1-9970-847217E053EE}" type="pres">
      <dgm:prSet presAssocID="{22B663AB-66BC-445A-8A88-018658C0127F}" presName="FourNodes_3" presStyleLbl="node1" presStyleIdx="2" presStyleCnt="4">
        <dgm:presLayoutVars>
          <dgm:bulletEnabled val="1"/>
        </dgm:presLayoutVars>
      </dgm:prSet>
      <dgm:spPr/>
    </dgm:pt>
    <dgm:pt modelId="{3640C6CD-830B-4705-B370-25B0022FB998}" type="pres">
      <dgm:prSet presAssocID="{22B663AB-66BC-445A-8A88-018658C0127F}" presName="FourNodes_4" presStyleLbl="node1" presStyleIdx="3" presStyleCnt="4">
        <dgm:presLayoutVars>
          <dgm:bulletEnabled val="1"/>
        </dgm:presLayoutVars>
      </dgm:prSet>
      <dgm:spPr/>
    </dgm:pt>
    <dgm:pt modelId="{3815AAAD-4057-42F0-B7A2-9E4EF8905F34}" type="pres">
      <dgm:prSet presAssocID="{22B663AB-66BC-445A-8A88-018658C0127F}" presName="FourConn_1-2" presStyleLbl="fgAccFollowNode1" presStyleIdx="0" presStyleCnt="3">
        <dgm:presLayoutVars>
          <dgm:bulletEnabled val="1"/>
        </dgm:presLayoutVars>
      </dgm:prSet>
      <dgm:spPr/>
    </dgm:pt>
    <dgm:pt modelId="{21B0D729-1434-499C-A323-3EA044EBD687}" type="pres">
      <dgm:prSet presAssocID="{22B663AB-66BC-445A-8A88-018658C0127F}" presName="FourConn_2-3" presStyleLbl="fgAccFollowNode1" presStyleIdx="1" presStyleCnt="3">
        <dgm:presLayoutVars>
          <dgm:bulletEnabled val="1"/>
        </dgm:presLayoutVars>
      </dgm:prSet>
      <dgm:spPr/>
    </dgm:pt>
    <dgm:pt modelId="{41D096C2-B0F1-4B71-86F3-DC1813E23C70}" type="pres">
      <dgm:prSet presAssocID="{22B663AB-66BC-445A-8A88-018658C0127F}" presName="FourConn_3-4" presStyleLbl="fgAccFollowNode1" presStyleIdx="2" presStyleCnt="3">
        <dgm:presLayoutVars>
          <dgm:bulletEnabled val="1"/>
        </dgm:presLayoutVars>
      </dgm:prSet>
      <dgm:spPr/>
    </dgm:pt>
    <dgm:pt modelId="{6480A789-F70F-4277-9AA4-50BE26D5C869}" type="pres">
      <dgm:prSet presAssocID="{22B663AB-66BC-445A-8A88-018658C0127F}" presName="FourNodes_1_text" presStyleLbl="node1" presStyleIdx="3" presStyleCnt="4">
        <dgm:presLayoutVars>
          <dgm:bulletEnabled val="1"/>
        </dgm:presLayoutVars>
      </dgm:prSet>
      <dgm:spPr/>
    </dgm:pt>
    <dgm:pt modelId="{9814D3D3-F82C-49C4-A954-6E830DE7230A}" type="pres">
      <dgm:prSet presAssocID="{22B663AB-66BC-445A-8A88-018658C0127F}" presName="FourNodes_2_text" presStyleLbl="node1" presStyleIdx="3" presStyleCnt="4">
        <dgm:presLayoutVars>
          <dgm:bulletEnabled val="1"/>
        </dgm:presLayoutVars>
      </dgm:prSet>
      <dgm:spPr/>
    </dgm:pt>
    <dgm:pt modelId="{0233B80B-C024-4EBF-86B4-D5B12D0FB07D}" type="pres">
      <dgm:prSet presAssocID="{22B663AB-66BC-445A-8A88-018658C0127F}" presName="FourNodes_3_text" presStyleLbl="node1" presStyleIdx="3" presStyleCnt="4">
        <dgm:presLayoutVars>
          <dgm:bulletEnabled val="1"/>
        </dgm:presLayoutVars>
      </dgm:prSet>
      <dgm:spPr/>
    </dgm:pt>
    <dgm:pt modelId="{BEB21B48-4F6F-409B-9380-08FB7823F5B8}" type="pres">
      <dgm:prSet presAssocID="{22B663AB-66BC-445A-8A88-018658C0127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915C01A-A150-41BB-9A20-8702DCC712ED}" type="presOf" srcId="{22B663AB-66BC-445A-8A88-018658C0127F}" destId="{98C3C461-F5EE-4129-8480-8EDC5C9BCA54}" srcOrd="0" destOrd="0" presId="urn:microsoft.com/office/officeart/2005/8/layout/vProcess5"/>
    <dgm:cxn modelId="{4D4C9723-63C9-4E55-9B4E-5B5CF881FD5A}" type="presOf" srcId="{3165E5C1-3B40-447F-BF11-A464E2AC707A}" destId="{3815AAAD-4057-42F0-B7A2-9E4EF8905F34}" srcOrd="0" destOrd="0" presId="urn:microsoft.com/office/officeart/2005/8/layout/vProcess5"/>
    <dgm:cxn modelId="{F533DE64-4C42-4A27-BBFC-922DB358E34C}" srcId="{22B663AB-66BC-445A-8A88-018658C0127F}" destId="{01F3DD66-2452-4298-8A27-F63382797EBC}" srcOrd="3" destOrd="0" parTransId="{1D05ECE9-358D-4D67-A519-1C44DFF61328}" sibTransId="{DE19156B-5247-40EC-9993-5165B9D77BF3}"/>
    <dgm:cxn modelId="{33CB7C4E-E8AA-493D-A780-E14254884604}" type="presOf" srcId="{E2AD1B14-1348-4379-AE1D-1486F38496D2}" destId="{21B0D729-1434-499C-A323-3EA044EBD687}" srcOrd="0" destOrd="0" presId="urn:microsoft.com/office/officeart/2005/8/layout/vProcess5"/>
    <dgm:cxn modelId="{E574EB52-0BFA-440F-823E-4ADF2813043F}" type="presOf" srcId="{1BF840E9-2271-4C9D-A5AF-666713A9E096}" destId="{F64E4166-058F-41C7-93EF-F9AD3532115F}" srcOrd="0" destOrd="0" presId="urn:microsoft.com/office/officeart/2005/8/layout/vProcess5"/>
    <dgm:cxn modelId="{DD716B85-3152-4975-B7DB-B1CB52FB67A8}" srcId="{22B663AB-66BC-445A-8A88-018658C0127F}" destId="{72657A10-85DD-41D6-9DE0-3AF62684E67D}" srcOrd="0" destOrd="0" parTransId="{95025AD2-8073-4ED5-BC43-50549A938A4D}" sibTransId="{3165E5C1-3B40-447F-BF11-A464E2AC707A}"/>
    <dgm:cxn modelId="{626B328F-E329-42BD-A72E-80A21700B393}" srcId="{22B663AB-66BC-445A-8A88-018658C0127F}" destId="{1BF840E9-2271-4C9D-A5AF-666713A9E096}" srcOrd="1" destOrd="0" parTransId="{7836321B-DEAD-4C5C-84D7-E57D0FEDD49F}" sibTransId="{E2AD1B14-1348-4379-AE1D-1486F38496D2}"/>
    <dgm:cxn modelId="{638DA19B-F0D7-4B50-B973-5A6A0FB8D330}" type="presOf" srcId="{01F3DD66-2452-4298-8A27-F63382797EBC}" destId="{BEB21B48-4F6F-409B-9380-08FB7823F5B8}" srcOrd="1" destOrd="0" presId="urn:microsoft.com/office/officeart/2005/8/layout/vProcess5"/>
    <dgm:cxn modelId="{5A9E31A1-9FFC-4935-9940-41ECF8FA7D09}" type="presOf" srcId="{72657A10-85DD-41D6-9DE0-3AF62684E67D}" destId="{42F1AFA3-E4E1-482C-8FE4-16F6B074458F}" srcOrd="0" destOrd="0" presId="urn:microsoft.com/office/officeart/2005/8/layout/vProcess5"/>
    <dgm:cxn modelId="{837E0CBE-BCB9-4498-A86E-BA5DF659EA12}" type="presOf" srcId="{01F3DD66-2452-4298-8A27-F63382797EBC}" destId="{3640C6CD-830B-4705-B370-25B0022FB998}" srcOrd="0" destOrd="0" presId="urn:microsoft.com/office/officeart/2005/8/layout/vProcess5"/>
    <dgm:cxn modelId="{56BA60BF-BB1E-4B88-A356-FF1BDCA72162}" type="presOf" srcId="{775798F9-553B-4BEB-A289-EE60C3AEE9F0}" destId="{3E64FE89-075A-4CA1-9970-847217E053EE}" srcOrd="0" destOrd="0" presId="urn:microsoft.com/office/officeart/2005/8/layout/vProcess5"/>
    <dgm:cxn modelId="{A8E3B5D3-46BA-4F96-9380-C76EC3A2D6B2}" type="presOf" srcId="{72657A10-85DD-41D6-9DE0-3AF62684E67D}" destId="{6480A789-F70F-4277-9AA4-50BE26D5C869}" srcOrd="1" destOrd="0" presId="urn:microsoft.com/office/officeart/2005/8/layout/vProcess5"/>
    <dgm:cxn modelId="{995AC7DF-48FD-46A9-9F4F-29F4351A405A}" srcId="{22B663AB-66BC-445A-8A88-018658C0127F}" destId="{775798F9-553B-4BEB-A289-EE60C3AEE9F0}" srcOrd="2" destOrd="0" parTransId="{41A7B6C7-AFA8-4661-B782-5A457589D213}" sibTransId="{4E96107A-3374-4BA2-AA15-6FFB1D1FBB81}"/>
    <dgm:cxn modelId="{87EC85E4-85AA-426C-A091-41A063E35167}" type="presOf" srcId="{775798F9-553B-4BEB-A289-EE60C3AEE9F0}" destId="{0233B80B-C024-4EBF-86B4-D5B12D0FB07D}" srcOrd="1" destOrd="0" presId="urn:microsoft.com/office/officeart/2005/8/layout/vProcess5"/>
    <dgm:cxn modelId="{AD4003F9-2087-4E59-A701-B24826C25CCD}" type="presOf" srcId="{4E96107A-3374-4BA2-AA15-6FFB1D1FBB81}" destId="{41D096C2-B0F1-4B71-86F3-DC1813E23C70}" srcOrd="0" destOrd="0" presId="urn:microsoft.com/office/officeart/2005/8/layout/vProcess5"/>
    <dgm:cxn modelId="{373E5BFA-282F-4552-AFA4-92232F2D4710}" type="presOf" srcId="{1BF840E9-2271-4C9D-A5AF-666713A9E096}" destId="{9814D3D3-F82C-49C4-A954-6E830DE7230A}" srcOrd="1" destOrd="0" presId="urn:microsoft.com/office/officeart/2005/8/layout/vProcess5"/>
    <dgm:cxn modelId="{48138087-172E-475E-B0C3-0C42A9B55085}" type="presParOf" srcId="{98C3C461-F5EE-4129-8480-8EDC5C9BCA54}" destId="{E4503040-E8E0-4FB9-BE64-80DE6EDE36BA}" srcOrd="0" destOrd="0" presId="urn:microsoft.com/office/officeart/2005/8/layout/vProcess5"/>
    <dgm:cxn modelId="{F6E9D912-2E80-4011-9973-18FA0C84C0A9}" type="presParOf" srcId="{98C3C461-F5EE-4129-8480-8EDC5C9BCA54}" destId="{42F1AFA3-E4E1-482C-8FE4-16F6B074458F}" srcOrd="1" destOrd="0" presId="urn:microsoft.com/office/officeart/2005/8/layout/vProcess5"/>
    <dgm:cxn modelId="{6AD4F12C-5DD0-4C72-B431-87DA56FC7CA3}" type="presParOf" srcId="{98C3C461-F5EE-4129-8480-8EDC5C9BCA54}" destId="{F64E4166-058F-41C7-93EF-F9AD3532115F}" srcOrd="2" destOrd="0" presId="urn:microsoft.com/office/officeart/2005/8/layout/vProcess5"/>
    <dgm:cxn modelId="{E52CA2A0-B995-4539-A3C0-963F7CD71155}" type="presParOf" srcId="{98C3C461-F5EE-4129-8480-8EDC5C9BCA54}" destId="{3E64FE89-075A-4CA1-9970-847217E053EE}" srcOrd="3" destOrd="0" presId="urn:microsoft.com/office/officeart/2005/8/layout/vProcess5"/>
    <dgm:cxn modelId="{454266DA-3761-41AA-8D27-B9EF9BD27742}" type="presParOf" srcId="{98C3C461-F5EE-4129-8480-8EDC5C9BCA54}" destId="{3640C6CD-830B-4705-B370-25B0022FB998}" srcOrd="4" destOrd="0" presId="urn:microsoft.com/office/officeart/2005/8/layout/vProcess5"/>
    <dgm:cxn modelId="{68950E29-FA52-499B-AB0D-56EAA8FF07AA}" type="presParOf" srcId="{98C3C461-F5EE-4129-8480-8EDC5C9BCA54}" destId="{3815AAAD-4057-42F0-B7A2-9E4EF8905F34}" srcOrd="5" destOrd="0" presId="urn:microsoft.com/office/officeart/2005/8/layout/vProcess5"/>
    <dgm:cxn modelId="{8C3163DC-EDCF-41C3-B6CC-ABBD248A75B8}" type="presParOf" srcId="{98C3C461-F5EE-4129-8480-8EDC5C9BCA54}" destId="{21B0D729-1434-499C-A323-3EA044EBD687}" srcOrd="6" destOrd="0" presId="urn:microsoft.com/office/officeart/2005/8/layout/vProcess5"/>
    <dgm:cxn modelId="{68E718CD-C821-4A21-B39D-4439D389972C}" type="presParOf" srcId="{98C3C461-F5EE-4129-8480-8EDC5C9BCA54}" destId="{41D096C2-B0F1-4B71-86F3-DC1813E23C70}" srcOrd="7" destOrd="0" presId="urn:microsoft.com/office/officeart/2005/8/layout/vProcess5"/>
    <dgm:cxn modelId="{B7F5D72A-4A6B-45EF-B7D2-8EC45F36D9AC}" type="presParOf" srcId="{98C3C461-F5EE-4129-8480-8EDC5C9BCA54}" destId="{6480A789-F70F-4277-9AA4-50BE26D5C869}" srcOrd="8" destOrd="0" presId="urn:microsoft.com/office/officeart/2005/8/layout/vProcess5"/>
    <dgm:cxn modelId="{B74C1F27-D4B4-45A3-BCB9-FA0FC4386156}" type="presParOf" srcId="{98C3C461-F5EE-4129-8480-8EDC5C9BCA54}" destId="{9814D3D3-F82C-49C4-A954-6E830DE7230A}" srcOrd="9" destOrd="0" presId="urn:microsoft.com/office/officeart/2005/8/layout/vProcess5"/>
    <dgm:cxn modelId="{DEAFA5CD-D7EF-461D-9364-750F2EB658DD}" type="presParOf" srcId="{98C3C461-F5EE-4129-8480-8EDC5C9BCA54}" destId="{0233B80B-C024-4EBF-86B4-D5B12D0FB07D}" srcOrd="10" destOrd="0" presId="urn:microsoft.com/office/officeart/2005/8/layout/vProcess5"/>
    <dgm:cxn modelId="{FE89C4F9-9C1A-41B0-8F96-35D7AA622D8B}" type="presParOf" srcId="{98C3C461-F5EE-4129-8480-8EDC5C9BCA54}" destId="{BEB21B48-4F6F-409B-9380-08FB7823F5B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8CB5F-3E29-41C9-8692-774D95BF79C5}">
      <dsp:nvSpPr>
        <dsp:cNvPr id="0" name=""/>
        <dsp:cNvSpPr/>
      </dsp:nvSpPr>
      <dsp:spPr>
        <a:xfrm>
          <a:off x="0" y="0"/>
          <a:ext cx="6703695" cy="13818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Manual house valuation is prone to human bias and inaccuracy.</a:t>
          </a:r>
        </a:p>
      </dsp:txBody>
      <dsp:txXfrm>
        <a:off x="40473" y="40473"/>
        <a:ext cx="5212559" cy="1300914"/>
      </dsp:txXfrm>
    </dsp:sp>
    <dsp:sp modelId="{6DCC0659-1C2D-46FC-BDB5-6638628A4E52}">
      <dsp:nvSpPr>
        <dsp:cNvPr id="0" name=""/>
        <dsp:cNvSpPr/>
      </dsp:nvSpPr>
      <dsp:spPr>
        <a:xfrm>
          <a:off x="591502" y="1612171"/>
          <a:ext cx="6703695" cy="13818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real-time, data-driven price forecasting tools.</a:t>
          </a:r>
        </a:p>
      </dsp:txBody>
      <dsp:txXfrm>
        <a:off x="631975" y="1652644"/>
        <a:ext cx="5133036" cy="1300914"/>
      </dsp:txXfrm>
    </dsp:sp>
    <dsp:sp modelId="{9E86A516-C6B9-4FCB-8F50-5CBB055F99C2}">
      <dsp:nvSpPr>
        <dsp:cNvPr id="0" name=""/>
        <dsp:cNvSpPr/>
      </dsp:nvSpPr>
      <dsp:spPr>
        <a:xfrm>
          <a:off x="1183004" y="3224342"/>
          <a:ext cx="6703695" cy="13818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Objective: Create an ML-based prediction system for property valuation.</a:t>
          </a:r>
        </a:p>
      </dsp:txBody>
      <dsp:txXfrm>
        <a:off x="1223477" y="3264815"/>
        <a:ext cx="5133036" cy="1300914"/>
      </dsp:txXfrm>
    </dsp:sp>
    <dsp:sp modelId="{A6F928CF-96A3-48FA-872B-89FC3E6283F0}">
      <dsp:nvSpPr>
        <dsp:cNvPr id="0" name=""/>
        <dsp:cNvSpPr/>
      </dsp:nvSpPr>
      <dsp:spPr>
        <a:xfrm>
          <a:off x="5805485" y="1047911"/>
          <a:ext cx="898209" cy="8982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07582" y="1047911"/>
        <a:ext cx="494015" cy="675902"/>
      </dsp:txXfrm>
    </dsp:sp>
    <dsp:sp modelId="{B98734DE-5333-4F78-AE36-A83AEFDEDDBC}">
      <dsp:nvSpPr>
        <dsp:cNvPr id="0" name=""/>
        <dsp:cNvSpPr/>
      </dsp:nvSpPr>
      <dsp:spPr>
        <a:xfrm>
          <a:off x="6396987" y="2650869"/>
          <a:ext cx="898209" cy="8982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599084" y="2650869"/>
        <a:ext cx="494015" cy="6759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2C37E-30F3-4733-ACA2-5A02F0CFB6AA}">
      <dsp:nvSpPr>
        <dsp:cNvPr id="0" name=""/>
        <dsp:cNvSpPr/>
      </dsp:nvSpPr>
      <dsp:spPr>
        <a:xfrm>
          <a:off x="0" y="2116"/>
          <a:ext cx="8099714" cy="10729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041E1-9948-4FC4-A7C7-FABAAF4E3759}">
      <dsp:nvSpPr>
        <dsp:cNvPr id="0" name=""/>
        <dsp:cNvSpPr/>
      </dsp:nvSpPr>
      <dsp:spPr>
        <a:xfrm>
          <a:off x="324563" y="243528"/>
          <a:ext cx="590115" cy="5901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1DD9C-8BB3-42D2-AB79-F58CB453D378}">
      <dsp:nvSpPr>
        <dsp:cNvPr id="0" name=""/>
        <dsp:cNvSpPr/>
      </dsp:nvSpPr>
      <dsp:spPr>
        <a:xfrm>
          <a:off x="1239243" y="2116"/>
          <a:ext cx="6860470" cy="1072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553" tIns="113553" rIns="113553" bIns="1135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Data Preprocessing: Handle missing values, encode </a:t>
          </a:r>
          <a:r>
            <a:rPr lang="en-US" sz="2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categorical’s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scale features.</a:t>
          </a:r>
        </a:p>
      </dsp:txBody>
      <dsp:txXfrm>
        <a:off x="1239243" y="2116"/>
        <a:ext cx="6860470" cy="1072937"/>
      </dsp:txXfrm>
    </dsp:sp>
    <dsp:sp modelId="{AAF3B53C-9457-4C17-8A18-51D713DAE9B3}">
      <dsp:nvSpPr>
        <dsp:cNvPr id="0" name=""/>
        <dsp:cNvSpPr/>
      </dsp:nvSpPr>
      <dsp:spPr>
        <a:xfrm>
          <a:off x="0" y="1343289"/>
          <a:ext cx="8099714" cy="10729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DB46B7-D48F-4885-BF4D-AA3731135719}">
      <dsp:nvSpPr>
        <dsp:cNvPr id="0" name=""/>
        <dsp:cNvSpPr/>
      </dsp:nvSpPr>
      <dsp:spPr>
        <a:xfrm>
          <a:off x="324563" y="1584700"/>
          <a:ext cx="590115" cy="5901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DDFB0-E810-44B8-9A4C-4C22DED037CB}">
      <dsp:nvSpPr>
        <dsp:cNvPr id="0" name=""/>
        <dsp:cNvSpPr/>
      </dsp:nvSpPr>
      <dsp:spPr>
        <a:xfrm>
          <a:off x="1239243" y="1343289"/>
          <a:ext cx="6860470" cy="1072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553" tIns="113553" rIns="113553" bIns="1135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Exploratory Data Analysis (EDA): Understand data trends and correlations.</a:t>
          </a:r>
        </a:p>
      </dsp:txBody>
      <dsp:txXfrm>
        <a:off x="1239243" y="1343289"/>
        <a:ext cx="6860470" cy="1072937"/>
      </dsp:txXfrm>
    </dsp:sp>
    <dsp:sp modelId="{F4BCE6B1-6B01-4B91-9344-81337CA89408}">
      <dsp:nvSpPr>
        <dsp:cNvPr id="0" name=""/>
        <dsp:cNvSpPr/>
      </dsp:nvSpPr>
      <dsp:spPr>
        <a:xfrm>
          <a:off x="0" y="2684461"/>
          <a:ext cx="8099714" cy="10729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CC7C2-25D8-4352-98B4-06F5FCA1D805}">
      <dsp:nvSpPr>
        <dsp:cNvPr id="0" name=""/>
        <dsp:cNvSpPr/>
      </dsp:nvSpPr>
      <dsp:spPr>
        <a:xfrm>
          <a:off x="324563" y="2925872"/>
          <a:ext cx="590115" cy="5901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5C1E9-E10C-45A8-887B-35FDADE1FFC0}">
      <dsp:nvSpPr>
        <dsp:cNvPr id="0" name=""/>
        <dsp:cNvSpPr/>
      </dsp:nvSpPr>
      <dsp:spPr>
        <a:xfrm>
          <a:off x="1239243" y="2684461"/>
          <a:ext cx="6860470" cy="1072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553" tIns="113553" rIns="113553" bIns="1135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Model Development: Train and compare multiple regression models.</a:t>
          </a:r>
        </a:p>
      </dsp:txBody>
      <dsp:txXfrm>
        <a:off x="1239243" y="2684461"/>
        <a:ext cx="6860470" cy="1072937"/>
      </dsp:txXfrm>
    </dsp:sp>
    <dsp:sp modelId="{5AC23099-F86F-47CA-A4B4-C61A85E075A7}">
      <dsp:nvSpPr>
        <dsp:cNvPr id="0" name=""/>
        <dsp:cNvSpPr/>
      </dsp:nvSpPr>
      <dsp:spPr>
        <a:xfrm>
          <a:off x="0" y="4025634"/>
          <a:ext cx="8099714" cy="10729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3974CA-29CC-42EB-9EE5-7690FF0605AB}">
      <dsp:nvSpPr>
        <dsp:cNvPr id="0" name=""/>
        <dsp:cNvSpPr/>
      </dsp:nvSpPr>
      <dsp:spPr>
        <a:xfrm>
          <a:off x="324563" y="4267045"/>
          <a:ext cx="590115" cy="5901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3CC1D-6E9B-4436-AE61-7B4E7664AB7B}">
      <dsp:nvSpPr>
        <dsp:cNvPr id="0" name=""/>
        <dsp:cNvSpPr/>
      </dsp:nvSpPr>
      <dsp:spPr>
        <a:xfrm>
          <a:off x="1239243" y="4025634"/>
          <a:ext cx="6860470" cy="1072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553" tIns="113553" rIns="113553" bIns="1135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Model Evaluation: Use RMSE and R² Score to evaluate performance.</a:t>
          </a:r>
        </a:p>
      </dsp:txBody>
      <dsp:txXfrm>
        <a:off x="1239243" y="4025634"/>
        <a:ext cx="6860470" cy="10729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41EB7F-9EB6-4FB9-9757-707BF267690D}">
      <dsp:nvSpPr>
        <dsp:cNvPr id="0" name=""/>
        <dsp:cNvSpPr/>
      </dsp:nvSpPr>
      <dsp:spPr>
        <a:xfrm>
          <a:off x="0" y="956432"/>
          <a:ext cx="2530835" cy="160708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3A0D7-A3B7-4CCE-B243-BAB01F3716A6}">
      <dsp:nvSpPr>
        <dsp:cNvPr id="0" name=""/>
        <dsp:cNvSpPr/>
      </dsp:nvSpPr>
      <dsp:spPr>
        <a:xfrm>
          <a:off x="281203" y="1223576"/>
          <a:ext cx="2530835" cy="160708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Source: Kaggle - House Prices: Advanced Regression Techniques</a:t>
          </a:r>
        </a:p>
      </dsp:txBody>
      <dsp:txXfrm>
        <a:off x="328273" y="1270646"/>
        <a:ext cx="2436695" cy="1512940"/>
      </dsp:txXfrm>
    </dsp:sp>
    <dsp:sp modelId="{639FF1BB-2FE2-4897-A7CF-D24036290442}">
      <dsp:nvSpPr>
        <dsp:cNvPr id="0" name=""/>
        <dsp:cNvSpPr/>
      </dsp:nvSpPr>
      <dsp:spPr>
        <a:xfrm>
          <a:off x="3093243" y="956432"/>
          <a:ext cx="2530835" cy="160708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36095-B7BA-40FD-B6A2-C92C68B0ED71}">
      <dsp:nvSpPr>
        <dsp:cNvPr id="0" name=""/>
        <dsp:cNvSpPr/>
      </dsp:nvSpPr>
      <dsp:spPr>
        <a:xfrm>
          <a:off x="3374447" y="1223576"/>
          <a:ext cx="2530835" cy="160708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Features include: Area, Rooms, Year Built, Neighborhood, Quality, etc.</a:t>
          </a:r>
        </a:p>
      </dsp:txBody>
      <dsp:txXfrm>
        <a:off x="3421517" y="1270646"/>
        <a:ext cx="2436695" cy="1512940"/>
      </dsp:txXfrm>
    </dsp:sp>
    <dsp:sp modelId="{79D98489-B38F-4860-94FD-DCD9F1C73524}">
      <dsp:nvSpPr>
        <dsp:cNvPr id="0" name=""/>
        <dsp:cNvSpPr/>
      </dsp:nvSpPr>
      <dsp:spPr>
        <a:xfrm>
          <a:off x="6186486" y="956432"/>
          <a:ext cx="2530835" cy="160708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9BE8C-FCE1-458D-895D-254808E2C56C}">
      <dsp:nvSpPr>
        <dsp:cNvPr id="0" name=""/>
        <dsp:cNvSpPr/>
      </dsp:nvSpPr>
      <dsp:spPr>
        <a:xfrm>
          <a:off x="6467690" y="1223576"/>
          <a:ext cx="2530835" cy="160708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Data Types: Numerical and Categorical variables</a:t>
          </a:r>
        </a:p>
      </dsp:txBody>
      <dsp:txXfrm>
        <a:off x="6514760" y="1270646"/>
        <a:ext cx="2436695" cy="15129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C521E-2FA8-4CCC-9A49-61F831A2A1E4}">
      <dsp:nvSpPr>
        <dsp:cNvPr id="0" name=""/>
        <dsp:cNvSpPr/>
      </dsp:nvSpPr>
      <dsp:spPr>
        <a:xfrm>
          <a:off x="0" y="0"/>
          <a:ext cx="7468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1C768-0755-46B3-AC08-65E9B52C98B5}">
      <dsp:nvSpPr>
        <dsp:cNvPr id="0" name=""/>
        <dsp:cNvSpPr/>
      </dsp:nvSpPr>
      <dsp:spPr>
        <a:xfrm>
          <a:off x="0" y="0"/>
          <a:ext cx="7468870" cy="762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High correlation: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GarageArea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(0.88),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GarageCars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(0.88).</a:t>
          </a:r>
        </a:p>
      </dsp:txBody>
      <dsp:txXfrm>
        <a:off x="0" y="0"/>
        <a:ext cx="7468870" cy="762455"/>
      </dsp:txXfrm>
    </dsp:sp>
    <dsp:sp modelId="{7FDDF701-D4CE-41B3-82A0-6C68FE8E11DB}">
      <dsp:nvSpPr>
        <dsp:cNvPr id="0" name=""/>
        <dsp:cNvSpPr/>
      </dsp:nvSpPr>
      <dsp:spPr>
        <a:xfrm>
          <a:off x="0" y="762455"/>
          <a:ext cx="7468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09CDE-53D4-4038-983D-847FD7DF39EF}">
      <dsp:nvSpPr>
        <dsp:cNvPr id="0" name=""/>
        <dsp:cNvSpPr/>
      </dsp:nvSpPr>
      <dsp:spPr>
        <a:xfrm>
          <a:off x="0" y="762455"/>
          <a:ext cx="7468870" cy="762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Sale Price distribution is right-skewed.</a:t>
          </a:r>
        </a:p>
      </dsp:txBody>
      <dsp:txXfrm>
        <a:off x="0" y="762455"/>
        <a:ext cx="7468870" cy="762455"/>
      </dsp:txXfrm>
    </dsp:sp>
    <dsp:sp modelId="{8B671EED-8495-4308-8928-1A6142E651F2}">
      <dsp:nvSpPr>
        <dsp:cNvPr id="0" name=""/>
        <dsp:cNvSpPr/>
      </dsp:nvSpPr>
      <dsp:spPr>
        <a:xfrm>
          <a:off x="0" y="1524910"/>
          <a:ext cx="7468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2E3F0-CDB1-4F46-AAB5-D1EA0B07B662}">
      <dsp:nvSpPr>
        <dsp:cNvPr id="0" name=""/>
        <dsp:cNvSpPr/>
      </dsp:nvSpPr>
      <dsp:spPr>
        <a:xfrm>
          <a:off x="0" y="1524910"/>
          <a:ext cx="7468870" cy="762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Neighborhoods show significant price variation.</a:t>
          </a:r>
        </a:p>
      </dsp:txBody>
      <dsp:txXfrm>
        <a:off x="0" y="1524910"/>
        <a:ext cx="7468870" cy="762455"/>
      </dsp:txXfrm>
    </dsp:sp>
    <dsp:sp modelId="{081AD0BE-017C-41B9-BDE2-D34F51F928C0}">
      <dsp:nvSpPr>
        <dsp:cNvPr id="0" name=""/>
        <dsp:cNvSpPr/>
      </dsp:nvSpPr>
      <dsp:spPr>
        <a:xfrm>
          <a:off x="0" y="2287365"/>
          <a:ext cx="74688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776E4-4083-46D2-92E3-F75BF0E7BEE8}">
      <dsp:nvSpPr>
        <dsp:cNvPr id="0" name=""/>
        <dsp:cNvSpPr/>
      </dsp:nvSpPr>
      <dsp:spPr>
        <a:xfrm>
          <a:off x="0" y="2287365"/>
          <a:ext cx="7468870" cy="762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Box plots and heatmaps used for visualization.</a:t>
          </a:r>
        </a:p>
      </dsp:txBody>
      <dsp:txXfrm>
        <a:off x="0" y="2287365"/>
        <a:ext cx="7468870" cy="7624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C0C06-53CC-47A3-B8F0-443C093E88FF}">
      <dsp:nvSpPr>
        <dsp:cNvPr id="0" name=""/>
        <dsp:cNvSpPr/>
      </dsp:nvSpPr>
      <dsp:spPr>
        <a:xfrm>
          <a:off x="0" y="2439"/>
          <a:ext cx="4959776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1A053-3942-4BA1-B697-B5590032CBD0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65304-821B-438B-8F75-066BEE19CA6F}">
      <dsp:nvSpPr>
        <dsp:cNvPr id="0" name=""/>
        <dsp:cNvSpPr/>
      </dsp:nvSpPr>
      <dsp:spPr>
        <a:xfrm>
          <a:off x="1428292" y="2439"/>
          <a:ext cx="3531483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Developed a machine learning-based prediction system</a:t>
          </a:r>
        </a:p>
      </dsp:txBody>
      <dsp:txXfrm>
        <a:off x="1428292" y="2439"/>
        <a:ext cx="3531483" cy="1236616"/>
      </dsp:txXfrm>
    </dsp:sp>
    <dsp:sp modelId="{6B0AC97F-F1FB-424E-A13B-C9158E95EC7C}">
      <dsp:nvSpPr>
        <dsp:cNvPr id="0" name=""/>
        <dsp:cNvSpPr/>
      </dsp:nvSpPr>
      <dsp:spPr>
        <a:xfrm>
          <a:off x="0" y="1548210"/>
          <a:ext cx="4959776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B4BBD-238E-4687-9F11-8CEC4A55E419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1782C-5E43-411D-8AF8-D2F0E03B917D}">
      <dsp:nvSpPr>
        <dsp:cNvPr id="0" name=""/>
        <dsp:cNvSpPr/>
      </dsp:nvSpPr>
      <dsp:spPr>
        <a:xfrm>
          <a:off x="1428292" y="1548210"/>
          <a:ext cx="3531483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Achieved accurate price predictions with reliable metrics</a:t>
          </a:r>
        </a:p>
      </dsp:txBody>
      <dsp:txXfrm>
        <a:off x="1428292" y="1548210"/>
        <a:ext cx="3531483" cy="1236616"/>
      </dsp:txXfrm>
    </dsp:sp>
    <dsp:sp modelId="{3ACA1B2D-8230-441D-84BE-E7EDA211E82C}">
      <dsp:nvSpPr>
        <dsp:cNvPr id="0" name=""/>
        <dsp:cNvSpPr/>
      </dsp:nvSpPr>
      <dsp:spPr>
        <a:xfrm>
          <a:off x="0" y="3093981"/>
          <a:ext cx="4959776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73406-332F-4177-941A-7517DDC1623C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FADE3-8CF3-4209-8681-92238174F05A}">
      <dsp:nvSpPr>
        <dsp:cNvPr id="0" name=""/>
        <dsp:cNvSpPr/>
      </dsp:nvSpPr>
      <dsp:spPr>
        <a:xfrm>
          <a:off x="1428292" y="3093981"/>
          <a:ext cx="3531483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User-friendly and interpretable model</a:t>
          </a:r>
        </a:p>
      </dsp:txBody>
      <dsp:txXfrm>
        <a:off x="1428292" y="3093981"/>
        <a:ext cx="3531483" cy="1236616"/>
      </dsp:txXfrm>
    </dsp:sp>
    <dsp:sp modelId="{6838DD2B-7D59-43B3-B521-5912A74D1010}">
      <dsp:nvSpPr>
        <dsp:cNvPr id="0" name=""/>
        <dsp:cNvSpPr/>
      </dsp:nvSpPr>
      <dsp:spPr>
        <a:xfrm>
          <a:off x="0" y="4639752"/>
          <a:ext cx="4959776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85E6B-3A52-419D-81E8-C9CF0C8E5B08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22E1E-0766-484C-926F-5E516CD976B8}">
      <dsp:nvSpPr>
        <dsp:cNvPr id="0" name=""/>
        <dsp:cNvSpPr/>
      </dsp:nvSpPr>
      <dsp:spPr>
        <a:xfrm>
          <a:off x="1428292" y="4639752"/>
          <a:ext cx="3531483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Potential integration into real estate websites or apps</a:t>
          </a:r>
        </a:p>
      </dsp:txBody>
      <dsp:txXfrm>
        <a:off x="1428292" y="4639752"/>
        <a:ext cx="3531483" cy="12366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1AFA3-E4E1-482C-8FE4-16F6B074458F}">
      <dsp:nvSpPr>
        <dsp:cNvPr id="0" name=""/>
        <dsp:cNvSpPr/>
      </dsp:nvSpPr>
      <dsp:spPr>
        <a:xfrm>
          <a:off x="0" y="0"/>
          <a:ext cx="6766560" cy="8222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demonstrates ML’s utility in real estate valuation</a:t>
          </a:r>
        </a:p>
      </dsp:txBody>
      <dsp:txXfrm>
        <a:off x="24082" y="24082"/>
        <a:ext cx="5809827" cy="774069"/>
      </dsp:txXfrm>
    </dsp:sp>
    <dsp:sp modelId="{F64E4166-058F-41C7-93EF-F9AD3532115F}">
      <dsp:nvSpPr>
        <dsp:cNvPr id="0" name=""/>
        <dsp:cNvSpPr/>
      </dsp:nvSpPr>
      <dsp:spPr>
        <a:xfrm>
          <a:off x="566699" y="971731"/>
          <a:ext cx="6766560" cy="8222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Accurate and scalable prediction system</a:t>
          </a:r>
        </a:p>
      </dsp:txBody>
      <dsp:txXfrm>
        <a:off x="590781" y="995813"/>
        <a:ext cx="5617244" cy="774069"/>
      </dsp:txXfrm>
    </dsp:sp>
    <dsp:sp modelId="{3E64FE89-075A-4CA1-9970-847217E053EE}">
      <dsp:nvSpPr>
        <dsp:cNvPr id="0" name=""/>
        <dsp:cNvSpPr/>
      </dsp:nvSpPr>
      <dsp:spPr>
        <a:xfrm>
          <a:off x="1124940" y="1943462"/>
          <a:ext cx="6766560" cy="8222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Practical applications for buyers, sellers, and investors</a:t>
          </a:r>
        </a:p>
      </dsp:txBody>
      <dsp:txXfrm>
        <a:off x="1149022" y="1967544"/>
        <a:ext cx="5625702" cy="774069"/>
      </dsp:txXfrm>
    </dsp:sp>
    <dsp:sp modelId="{3640C6CD-830B-4705-B370-25B0022FB998}">
      <dsp:nvSpPr>
        <dsp:cNvPr id="0" name=""/>
        <dsp:cNvSpPr/>
      </dsp:nvSpPr>
      <dsp:spPr>
        <a:xfrm>
          <a:off x="1691639" y="2915193"/>
          <a:ext cx="6766560" cy="8222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Lays foundation for future research and development</a:t>
          </a:r>
        </a:p>
      </dsp:txBody>
      <dsp:txXfrm>
        <a:off x="1715721" y="2939275"/>
        <a:ext cx="5617244" cy="774069"/>
      </dsp:txXfrm>
    </dsp:sp>
    <dsp:sp modelId="{3815AAAD-4057-42F0-B7A2-9E4EF8905F34}">
      <dsp:nvSpPr>
        <dsp:cNvPr id="0" name=""/>
        <dsp:cNvSpPr/>
      </dsp:nvSpPr>
      <dsp:spPr>
        <a:xfrm>
          <a:off x="6232107" y="629756"/>
          <a:ext cx="534452" cy="53445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352359" y="629756"/>
        <a:ext cx="293948" cy="402175"/>
      </dsp:txXfrm>
    </dsp:sp>
    <dsp:sp modelId="{21B0D729-1434-499C-A323-3EA044EBD687}">
      <dsp:nvSpPr>
        <dsp:cNvPr id="0" name=""/>
        <dsp:cNvSpPr/>
      </dsp:nvSpPr>
      <dsp:spPr>
        <a:xfrm>
          <a:off x="6798807" y="1601487"/>
          <a:ext cx="534452" cy="53445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919059" y="1601487"/>
        <a:ext cx="293948" cy="402175"/>
      </dsp:txXfrm>
    </dsp:sp>
    <dsp:sp modelId="{41D096C2-B0F1-4B71-86F3-DC1813E23C70}">
      <dsp:nvSpPr>
        <dsp:cNvPr id="0" name=""/>
        <dsp:cNvSpPr/>
      </dsp:nvSpPr>
      <dsp:spPr>
        <a:xfrm>
          <a:off x="7357048" y="2573218"/>
          <a:ext cx="534452" cy="534452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477300" y="2573218"/>
        <a:ext cx="293948" cy="402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C8696-5A64-4F5C-8138-0AAB99A329B8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646D7-5C6C-4681-8A88-BC7F3C804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86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646D7-5C6C-4681-8A88-BC7F3C8046B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627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how-toevaluate-machine-%20learning-models/" TargetMode="External"/><Relationship Id="rId2" Type="http://schemas.openxmlformats.org/officeDocument/2006/relationships/hyperlink" Target="https://www.kaggle.com/competitions/house-prices-advanced-regressiontechnique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C05F-6C10-AAB8-B9A1-704086EB8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1547" y="1670043"/>
            <a:ext cx="6858000" cy="1101436"/>
          </a:xfrm>
        </p:spPr>
        <p:txBody>
          <a:bodyPr>
            <a:normAutofit fontScale="90000"/>
          </a:bodyPr>
          <a:lstStyle/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AI(AI101B)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IN" sz="26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br>
              <a:rPr lang="en-IN" sz="262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2024-25</a:t>
            </a:r>
            <a:endParaRPr lang="en-US" sz="262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24FBC-2E61-AD49-3BD0-DA7AA89F9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241124"/>
            <a:ext cx="6858000" cy="2239148"/>
          </a:xfrm>
        </p:spPr>
        <p:txBody>
          <a:bodyPr>
            <a:normAutofit fontScale="92500" lnSpcReduction="10000"/>
          </a:bodyPr>
          <a:lstStyle/>
          <a:p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- House Price Prediction</a:t>
            </a:r>
          </a:p>
          <a:p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Tanishka Gupta(202410116100218)</a:t>
            </a:r>
          </a:p>
          <a:p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Shipra Upadhyay(202410116100196)</a:t>
            </a:r>
          </a:p>
          <a:p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Vanshika Garg(202410116100235)</a:t>
            </a:r>
          </a:p>
          <a:p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Tripti Rajput(202410116100225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EFE38A-2987-AEC9-33EC-1BC6CB5C10DA}"/>
              </a:ext>
            </a:extLst>
          </p:cNvPr>
          <p:cNvSpPr txBox="1">
            <a:spLocks/>
          </p:cNvSpPr>
          <p:nvPr/>
        </p:nvSpPr>
        <p:spPr>
          <a:xfrm>
            <a:off x="1143000" y="4444198"/>
            <a:ext cx="6858000" cy="57202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043289-20F1-1B73-C850-CE92562B546B}"/>
              </a:ext>
            </a:extLst>
          </p:cNvPr>
          <p:cNvSpPr txBox="1">
            <a:spLocks/>
          </p:cNvSpPr>
          <p:nvPr/>
        </p:nvSpPr>
        <p:spPr>
          <a:xfrm>
            <a:off x="6961310" y="5627014"/>
            <a:ext cx="2276475" cy="118456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pPr algn="just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Apoorv Jain</a:t>
            </a:r>
          </a:p>
          <a:p>
            <a:pPr algn="just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just"/>
            <a:endParaRPr lang="en-IN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688"/>
            <a:ext cx="9144000" cy="131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6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FDCA5-E068-642B-800D-EDB50346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913E4A-78A8-6D92-390D-8F71000D3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EC279719-8868-4163-0F56-019D49C95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CE69EE-360A-78C2-B9AD-3C6920C5A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621CC-9E7F-D482-F6B8-0FCC71D9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789709"/>
            <a:ext cx="6787688" cy="78970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3600" b="1" u="sng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3D72-D0E4-FFF7-96D9-2CE2A3F40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254" y="1579417"/>
            <a:ext cx="7255279" cy="4488873"/>
          </a:xfrm>
        </p:spPr>
        <p:txBody>
          <a:bodyPr anchor="t">
            <a:normAutofit fontScale="92500"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     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Insights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051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a toy house with a green roof">
            <a:extLst>
              <a:ext uri="{FF2B5EF4-FFF2-40B4-BE49-F238E27FC236}">
                <a16:creationId xmlns:a16="http://schemas.microsoft.com/office/drawing/2014/main" id="{A86E62AB-0562-383B-4C01-1E2EB2F0C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1" r="36679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IN" sz="35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224" y="1735283"/>
            <a:ext cx="4422776" cy="4523784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is a vital component of the economy.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for estimating house prices are subjective and error-prone.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offers a reliable, consistent, and scalable solution.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ML to predict house prices using historical data.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3A2C3-ABDD-9652-7F0B-DF61D3CD2F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7074" r="12926"/>
          <a:stretch>
            <a:fillRect/>
          </a:stretch>
        </p:blipFill>
        <p:spPr>
          <a:xfrm>
            <a:off x="-22858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77875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890FD2-E550-6A2F-6B3C-83F54BC270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3584448"/>
              </p:ext>
            </p:extLst>
          </p:nvPr>
        </p:nvGraphicFramePr>
        <p:xfrm>
          <a:off x="628650" y="1690688"/>
          <a:ext cx="7886700" cy="4606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888" y="694081"/>
            <a:ext cx="4063482" cy="157671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4" y="2270797"/>
            <a:ext cx="4120874" cy="3167389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ML model to predict house prices based on property features.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regression techniques: Linear, Ridge, and Lasso.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buyers, sellers, and investors in making data-informed decisions.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oden blocks stacked to create a bar graph">
            <a:extLst>
              <a:ext uri="{FF2B5EF4-FFF2-40B4-BE49-F238E27FC236}">
                <a16:creationId xmlns:a16="http://schemas.microsoft.com/office/drawing/2014/main" id="{00DD8D73-2D75-2A37-D4B3-E4F87DFAA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86" r="17671" b="1"/>
          <a:stretch>
            <a:fillRect/>
          </a:stretch>
        </p:blipFill>
        <p:spPr>
          <a:xfrm>
            <a:off x="5279357" y="787311"/>
            <a:ext cx="3492025" cy="525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4691"/>
            <a:ext cx="7886700" cy="675409"/>
          </a:xfrm>
        </p:spPr>
        <p:txBody>
          <a:bodyPr>
            <a:norm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5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C14459-2244-46C7-F0B0-5CD686B892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77782"/>
              </p:ext>
            </p:extLst>
          </p:nvPr>
        </p:nvGraphicFramePr>
        <p:xfrm>
          <a:off x="628650" y="1080655"/>
          <a:ext cx="8099714" cy="5100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789709"/>
            <a:ext cx="6787688" cy="78970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6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1725071"/>
            <a:ext cx="7255279" cy="4190446"/>
          </a:xfrm>
        </p:spPr>
        <p:txBody>
          <a:bodyPr anchor="t"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NumPy, Scikit-learn, Matplotlib, Seaborn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coding and collaboration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 b="1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54671204-C47E-45AB-6E8D-396E2636A5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802268"/>
              </p:ext>
            </p:extLst>
          </p:nvPr>
        </p:nvGraphicFramePr>
        <p:xfrm>
          <a:off x="2" y="2518295"/>
          <a:ext cx="8998526" cy="3787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890" y="702734"/>
            <a:ext cx="6808470" cy="729826"/>
          </a:xfrm>
        </p:spPr>
        <p:txBody>
          <a:bodyPr anchor="ctr">
            <a:normAutofit/>
          </a:bodyPr>
          <a:lstStyle/>
          <a:p>
            <a:r>
              <a:rPr lang="en-IN" sz="36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Insights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A0344BD-0D5B-1C37-6282-F54185B2E0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092795"/>
              </p:ext>
            </p:extLst>
          </p:nvPr>
        </p:nvGraphicFramePr>
        <p:xfrm>
          <a:off x="963930" y="1623779"/>
          <a:ext cx="7468870" cy="3049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C65F2-6FE8-1749-8EA5-A6E3AA5A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919" y="93784"/>
            <a:ext cx="4550840" cy="755527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 Visualization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54293B-4EDF-D338-284D-5971EA924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510" y="849310"/>
            <a:ext cx="6996323" cy="5914905"/>
          </a:xfrm>
        </p:spPr>
      </p:pic>
    </p:spTree>
    <p:extLst>
      <p:ext uri="{BB962C8B-B14F-4D97-AF65-F5344CB8AC3E}">
        <p14:creationId xmlns:p14="http://schemas.microsoft.com/office/powerpoint/2010/main" val="147797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10A-E6AE-F4B3-2E6D-5ED83964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House Sale Price</a:t>
            </a:r>
            <a:endParaRPr lang="en-IN" sz="36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885C3D-0642-8274-81EA-0DF3AE5E7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4498"/>
            <a:ext cx="9087814" cy="5138864"/>
          </a:xfrm>
        </p:spPr>
      </p:pic>
    </p:spTree>
    <p:extLst>
      <p:ext uri="{BB962C8B-B14F-4D97-AF65-F5344CB8AC3E}">
        <p14:creationId xmlns:p14="http://schemas.microsoft.com/office/powerpoint/2010/main" val="418613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IN" sz="35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Prices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7079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0" y="2103119"/>
            <a:ext cx="3352800" cy="4713569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shows near-linear relationship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performs well in $100k–$400k range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drops for luxury houses (outliers)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05E5D7-8101-9546-85A8-D6DDEBDD1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3118"/>
            <a:ext cx="5791200" cy="4206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" y="1195697"/>
            <a:ext cx="3236570" cy="4238118"/>
          </a:xfrm>
        </p:spPr>
        <p:txBody>
          <a:bodyPr>
            <a:normAutofit/>
          </a:bodyPr>
          <a:lstStyle/>
          <a:p>
            <a:r>
              <a:rPr lang="en-IN" sz="3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C40197-4063-67CF-CECA-51470C857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19861"/>
              </p:ext>
            </p:extLst>
          </p:nvPr>
        </p:nvGraphicFramePr>
        <p:xfrm>
          <a:off x="4113104" y="477540"/>
          <a:ext cx="4959776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869441"/>
            <a:ext cx="5977166" cy="2712720"/>
          </a:xfrm>
        </p:spPr>
        <p:txBody>
          <a:bodyPr anchor="ctr"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features: crime rate, amenities, real-time listings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advanced models: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Neural Networks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web/mobile interface for end-users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GIS data for geospatial insights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uburban scene">
            <a:extLst>
              <a:ext uri="{FF2B5EF4-FFF2-40B4-BE49-F238E27FC236}">
                <a16:creationId xmlns:a16="http://schemas.microsoft.com/office/drawing/2014/main" id="{1A4AAE6E-53D4-86B6-9D21-8298BF982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00233DA-19BB-02D8-EFB6-A5F522DB6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689669"/>
              </p:ext>
            </p:extLst>
          </p:nvPr>
        </p:nvGraphicFramePr>
        <p:xfrm>
          <a:off x="342900" y="2133600"/>
          <a:ext cx="8458200" cy="3737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A69E8-1C96-B370-0208-A2233329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696E05-A284-0E0D-6711-E51D1E046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711D119C-1722-75B8-03DD-72E7AE836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62E74F-F7F5-7C69-D415-DED8C4699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745A4-D752-A6DC-31F9-D3034A8C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789709"/>
            <a:ext cx="6787688" cy="78970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35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5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5A14F-7C13-A16D-AF68-D414EEE4B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134" y="1810064"/>
            <a:ext cx="7255279" cy="4190446"/>
          </a:xfrm>
        </p:spPr>
        <p:txBody>
          <a:bodyPr anchor="t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Developers. (2023). Scikit-learn: Machine Learning in Python.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Kaggle. (n.d.). House Prices: Advanced Regression Techniques Dataset. Retrieved from: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https://www.kaggle.com/competitions/house-prices-advanced-regressiontechniques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Brownlee, J. (2020). How to Evaluate Machine Learning Models. Machine Learning Mastery. Retrieved from: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https://machinelearningmastery.com/how-toevaluate-machine- learning-models/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573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64EC53C-35C4-4E84-AFE2-A7D081852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row of houses with a graph&#10;&#10;AI-generated content may be incorrect.">
            <a:extLst>
              <a:ext uri="{FF2B5EF4-FFF2-40B4-BE49-F238E27FC236}">
                <a16:creationId xmlns:a16="http://schemas.microsoft.com/office/drawing/2014/main" id="{21200FDE-FA7A-444F-CA89-EB61D8C0A9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19183" b="5817"/>
          <a:stretch>
            <a:fillRect/>
          </a:stretch>
        </p:blipFill>
        <p:spPr>
          <a:xfrm>
            <a:off x="20" y="10"/>
            <a:ext cx="9143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2AECB2-822F-C259-A4E8-808AE10DE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6754" y="3747246"/>
            <a:ext cx="5695039" cy="113971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70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r>
              <a:rPr lang="en-US" sz="7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7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58" y="806470"/>
            <a:ext cx="6340078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8715" y="2875093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7800" y="3104388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060" y="3619532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80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155</TotalTime>
  <Words>542</Words>
  <Application>Microsoft Office PowerPoint</Application>
  <PresentationFormat>On-screen Show (4:3)</PresentationFormat>
  <Paragraphs>80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Office Theme</vt:lpstr>
      <vt:lpstr>Introduction to AI(AI101B) Even Semester Session 2024-25</vt:lpstr>
      <vt:lpstr>Content</vt:lpstr>
      <vt:lpstr>Introduction</vt:lpstr>
      <vt:lpstr>Problem Statement</vt:lpstr>
      <vt:lpstr>Project Objectives</vt:lpstr>
      <vt:lpstr>Methodology</vt:lpstr>
      <vt:lpstr>Tools and Technologies</vt:lpstr>
      <vt:lpstr>Dataset Description</vt:lpstr>
      <vt:lpstr>EDA Insights</vt:lpstr>
      <vt:lpstr>Data  Visualization</vt:lpstr>
      <vt:lpstr>Distribution of House Sale Price</vt:lpstr>
      <vt:lpstr>Actual vs Predicted Prices</vt:lpstr>
      <vt:lpstr>Project Outcomes</vt:lpstr>
      <vt:lpstr>Future Enhancements</vt:lpstr>
      <vt:lpstr>Conclusion</vt:lpstr>
      <vt:lpstr>References 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Shipra</dc:creator>
  <cp:keywords/>
  <dc:description>generated using python-pptx</dc:description>
  <cp:lastModifiedBy>Shipra Upadhyay</cp:lastModifiedBy>
  <cp:revision>3</cp:revision>
  <dcterms:created xsi:type="dcterms:W3CDTF">2013-01-27T09:14:16Z</dcterms:created>
  <dcterms:modified xsi:type="dcterms:W3CDTF">2025-05-27T04:51:41Z</dcterms:modified>
  <cp:category/>
</cp:coreProperties>
</file>