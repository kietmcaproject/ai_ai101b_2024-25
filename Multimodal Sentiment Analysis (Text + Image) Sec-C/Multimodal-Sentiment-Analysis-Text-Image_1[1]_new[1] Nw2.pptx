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strument Sans Semi Bold" panose="020B0604020202020204" charset="0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strument Sans Medium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930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39700"/>
            <a:ext cx="14541500" cy="2260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67000" y="2751435"/>
            <a:ext cx="73152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(</a:t>
            </a:r>
            <a:r>
              <a:rPr lang="en-US" sz="3200" b="1" dirty="0"/>
              <a:t>AI101B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2024-25</a:t>
            </a:r>
            <a:endParaRPr lang="en-IN" sz="3200" dirty="0"/>
          </a:p>
        </p:txBody>
      </p:sp>
      <p:sp>
        <p:nvSpPr>
          <p:cNvPr id="5" name="Rectangle 4"/>
          <p:cNvSpPr/>
          <p:nvPr/>
        </p:nvSpPr>
        <p:spPr>
          <a:xfrm>
            <a:off x="3223592" y="4619316"/>
            <a:ext cx="79444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FF0000"/>
                </a:solidFill>
              </a:rPr>
              <a:t>Multimodal Sentiment Analysis (Text + Image</a:t>
            </a:r>
            <a:r>
              <a:rPr lang="en-IN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100" y="6306235"/>
            <a:ext cx="73152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pPr algn="just"/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Apoorv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78900" y="5537200"/>
            <a:ext cx="4953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sz="2800" b="1" dirty="0" smtClean="0"/>
              <a:t>Presented </a:t>
            </a:r>
            <a:r>
              <a:rPr lang="en-US" sz="2800" b="1" dirty="0" smtClean="0"/>
              <a:t>By</a:t>
            </a:r>
          </a:p>
          <a:p>
            <a:r>
              <a:rPr lang="en-US" sz="2400" b="1" dirty="0" smtClean="0"/>
              <a:t> </a:t>
            </a:r>
            <a:r>
              <a:rPr lang="en-US" sz="2400" b="1" dirty="0" err="1" smtClean="0"/>
              <a:t>Shadab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Idrishi</a:t>
            </a:r>
            <a:endParaRPr lang="en-US" sz="2400" b="1" dirty="0"/>
          </a:p>
          <a:p>
            <a:r>
              <a:rPr lang="en-US" sz="2400" b="1" dirty="0" smtClean="0"/>
              <a:t> Rahul </a:t>
            </a:r>
            <a:r>
              <a:rPr lang="en-US" sz="2400" b="1" dirty="0" err="1" smtClean="0"/>
              <a:t>Pratap</a:t>
            </a:r>
            <a:r>
              <a:rPr lang="en-US" sz="2400" b="1" dirty="0" smtClean="0"/>
              <a:t> Singh Chauhan</a:t>
            </a:r>
          </a:p>
          <a:p>
            <a:r>
              <a:rPr lang="en-US" sz="2400" b="1" dirty="0" smtClean="0"/>
              <a:t> </a:t>
            </a:r>
            <a:r>
              <a:rPr lang="en-US" sz="2400" b="1" dirty="0" err="1" smtClean="0"/>
              <a:t>Shalini</a:t>
            </a:r>
            <a:r>
              <a:rPr lang="en-US" sz="2400" b="1" dirty="0" smtClean="0"/>
              <a:t> </a:t>
            </a:r>
            <a:r>
              <a:rPr lang="en-US" sz="2400" b="1" dirty="0" smtClean="0"/>
              <a:t>Mishra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8710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90" y="9792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216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Multimodal Sentiment Analysis (Text + Image)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277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3699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9" name="Rectangle 8"/>
          <p:cNvSpPr/>
          <p:nvPr/>
        </p:nvSpPr>
        <p:spPr>
          <a:xfrm>
            <a:off x="711200" y="2958166"/>
            <a:ext cx="73152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/>
              <a:t>Multimodal Sentiment Analysis</a:t>
            </a:r>
            <a:r>
              <a:rPr lang="en-US" sz="3600" dirty="0"/>
              <a:t> is the process of analyzing a person’s </a:t>
            </a:r>
            <a:r>
              <a:rPr lang="en-US" sz="3600" b="1" dirty="0"/>
              <a:t>feelings or emotions</a:t>
            </a:r>
            <a:r>
              <a:rPr lang="en-US" sz="3600" dirty="0"/>
              <a:t> using </a:t>
            </a:r>
            <a:r>
              <a:rPr lang="en-US" sz="3600" b="1" dirty="0"/>
              <a:t>more than one type of data</a:t>
            </a:r>
            <a:r>
              <a:rPr lang="en-US" sz="3600" dirty="0"/>
              <a:t> — like </a:t>
            </a:r>
            <a:r>
              <a:rPr lang="en-US" sz="3600" b="1" dirty="0"/>
              <a:t>text + image</a:t>
            </a:r>
            <a:r>
              <a:rPr lang="en-US" sz="3600" dirty="0"/>
              <a:t>.</a:t>
            </a:r>
            <a:endParaRPr lang="en-I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44655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19803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9216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is Sentiment Analysis?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590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Sentiment Analysis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the process of identifying whether a piece of text expresses a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positive, negative, or neutral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emotion.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33951" y="6604040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"I love this place!" → Positive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133951" y="7046238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sentiment analysis works mostly on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only.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6524744"/>
            <a:ext cx="30480" cy="963692"/>
          </a:xfrm>
          <a:prstGeom prst="rect">
            <a:avLst/>
          </a:prstGeom>
          <a:solidFill>
            <a:srgbClr val="84C1F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985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216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Multimodal Sentiment Analysis?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5627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Multimodal Sentiment Analysis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the process of analyzing emotions using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text and images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together for more accurate sentiment detection.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0013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combine image and text together to understand the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emotion.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70523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Useful for analyzing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social media posts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memes, product reviews, etc.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825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216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Combine Text + Image?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027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Because text alone can be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ambiguous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images provide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Combining both helps in understanding the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 sentiment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more accurately.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4841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combined give better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0321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216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Tools and Technologies Used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609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Colab: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Cloud-based Python coding platform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10313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Libraries: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45330"/>
            <a:ext cx="755642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highlight>
                  <a:srgbClr val="CEE6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text analysis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010388"/>
            <a:ext cx="755642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highlight>
                  <a:srgbClr val="CEE6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models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475446"/>
            <a:ext cx="755642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highlight>
                  <a:srgbClr val="CEE6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Pillow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image processing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940504"/>
            <a:ext cx="755642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highlight>
                  <a:srgbClr val="CEE6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CLIP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by OpenAI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64686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216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Workflow /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Text + Image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Preprocessing: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Clean text, resize image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Extraction: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Text embeddings + image embeddings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Fusion: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Combine both features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Classification: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Output sentiment label</a:t>
            </a:r>
            <a:endParaRPr lang="en-US" sz="17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55600"/>
            <a:ext cx="7188200" cy="7247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5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216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Applications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945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Social media monitoring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2367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Marketing &amp; Brand feedback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6789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News &amp; Meme sentiment detection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211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review analysis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Example: Sentiment Analysis of Memes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7269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35152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Collection of memes combining text and images.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713803" y="347269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4798874" y="35152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50919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50919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BERT for text, ResNet for image features, fused in one network.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58331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562582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661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1516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accuracy and F1-score than unimodal models.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078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216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Conclusion: Future Directions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8850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Multimodal analysis improves accuracy over single-mode (text/image only).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936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Colab makes implementation easier for students.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357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scope: Use videos, audio, or real-time analysis.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363</Words>
  <Application>Microsoft Office PowerPoint</Application>
  <PresentationFormat>Custom</PresentationFormat>
  <Paragraphs>63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Arial</vt:lpstr>
      <vt:lpstr>Calibri</vt:lpstr>
      <vt:lpstr>Instrument Sans Semi Bold</vt:lpstr>
      <vt:lpstr>Consolas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6</cp:revision>
  <dcterms:created xsi:type="dcterms:W3CDTF">2025-05-26T18:54:43Z</dcterms:created>
  <dcterms:modified xsi:type="dcterms:W3CDTF">2025-05-27T08:22:26Z</dcterms:modified>
</cp:coreProperties>
</file>