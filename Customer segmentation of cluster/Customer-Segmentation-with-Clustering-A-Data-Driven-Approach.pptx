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0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Segmentation with Clustering: A Data-Driven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Unlock customer insights with advanced clustering techniques. This presentation explores how data-driven methods revolutionize segmentation for marketing success.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895588"/>
            <a:ext cx="7342108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is Customer Segmentation?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7829" y="185725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3332" y="2072759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3332" y="252222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Dividing customers into groups with shared traits.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7829" y="327838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3332" y="3493889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Purpose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43332" y="394335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Customize marketing, product, and support strategies.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7829" y="469951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3332" y="4915019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Methods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3332" y="536448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vs. data-driven clustering approaches.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7829" y="6120646"/>
            <a:ext cx="7688342" cy="1213247"/>
          </a:xfrm>
          <a:prstGeom prst="roundRect">
            <a:avLst>
              <a:gd name="adj" fmla="val 71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3332" y="6336149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43332" y="6785610"/>
            <a:ext cx="725733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Grouping by purchase patterns and demographics.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Use Clustering for Segmentation?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07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5286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Reveal Hidden Patterns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insights not obvious in raw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73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Personalize Marketing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ROI by targeting relevant segments.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298281"/>
            <a:ext cx="3394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Identify Valuable Customers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efforts on high-value groups.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60523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17306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 Impact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Boost sales by 20% with targeted promotions.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1732" y="593527"/>
            <a:ext cx="7633335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Introduction to K-Means Clustering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41732" y="2266236"/>
            <a:ext cx="161806" cy="811887"/>
          </a:xfrm>
          <a:prstGeom prst="roundRect">
            <a:avLst>
              <a:gd name="adj" fmla="val 5602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27269" y="2266236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It Works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727269" y="2732842"/>
            <a:ext cx="7147798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Partition data into k clusters minimizing variance.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565463" y="3293864"/>
            <a:ext cx="161806" cy="2074188"/>
          </a:xfrm>
          <a:prstGeom prst="roundRect">
            <a:avLst>
              <a:gd name="adj" fmla="val 5602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51000" y="3293864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Process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051000" y="3760470"/>
            <a:ext cx="6824067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Initialization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051000" y="4181237"/>
            <a:ext cx="6824067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Assignment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051000" y="4602004"/>
            <a:ext cx="6824067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051000" y="5022771"/>
            <a:ext cx="6824067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Convergence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889194" y="5583793"/>
            <a:ext cx="161806" cy="811887"/>
          </a:xfrm>
          <a:prstGeom prst="roundRect">
            <a:avLst>
              <a:gd name="adj" fmla="val 5602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4731" y="5583793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374731" y="6050399"/>
            <a:ext cx="6500336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elbow and silhouette methods to choose k.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212925" y="6611422"/>
            <a:ext cx="161806" cy="811887"/>
          </a:xfrm>
          <a:prstGeom prst="roundRect">
            <a:avLst>
              <a:gd name="adj" fmla="val 5602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98462" y="6611422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698462" y="7078028"/>
            <a:ext cx="617660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Selecting optimal clusters based on business needs.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7810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Exploratory Data Analysis (EDA)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Understand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distributions, correlations, and outliers.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Tools &amp; Techniques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79952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Histograms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00406" y="4822150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Scatter plots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200406" y="526434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matrices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07022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Importance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07022" y="4379952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key variables and prepare data for clustering.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01363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13638" y="4379952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and income show strong correlation in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235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 and Selection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Create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 Recency, Frequency, Monetary (RFM) values.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Select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relevant features to improve clustering.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15715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Dimensionality Reduction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75118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PCA to simplify data without losing info.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purchase dates into “days since last buy.”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9886"/>
            <a:ext cx="87981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Principal Component Analysis (PCA)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98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Purpose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46711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data dimensions while preserving variance.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57003" y="4898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94119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Identify Components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94119" y="546711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factors explaining most of the data.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Use in Clustering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principal components instead of raw data.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57003" y="62836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94119" y="63615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194119" y="68519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20 features to 5 main components.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6625"/>
            <a:ext cx="6985159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Applying K-Means Clustering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2955" y="1763197"/>
            <a:ext cx="1633061" cy="1289090"/>
          </a:xfrm>
          <a:prstGeom prst="roundRect">
            <a:avLst>
              <a:gd name="adj" fmla="val 728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2204" y="2211110"/>
            <a:ext cx="314563" cy="39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2639735" y="1986915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Determine 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39735" y="2470666"/>
            <a:ext cx="5757982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elbow and silhouette methods for optimal clusters.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2527816" y="3037046"/>
            <a:ext cx="11207829" cy="15240"/>
          </a:xfrm>
          <a:prstGeom prst="roundRect">
            <a:avLst>
              <a:gd name="adj" fmla="val 616554"/>
            </a:avLst>
          </a:prstGeom>
          <a:solidFill>
            <a:srgbClr val="D1C8C6"/>
          </a:solidFill>
          <a:ln/>
        </p:spPr>
      </p:sp>
      <p:sp>
        <p:nvSpPr>
          <p:cNvPr id="8" name="Shape 6"/>
          <p:cNvSpPr/>
          <p:nvPr/>
        </p:nvSpPr>
        <p:spPr>
          <a:xfrm>
            <a:off x="782955" y="3164086"/>
            <a:ext cx="3266123" cy="1289090"/>
          </a:xfrm>
          <a:prstGeom prst="roundRect">
            <a:avLst>
              <a:gd name="adj" fmla="val 728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8735" y="3611999"/>
            <a:ext cx="314563" cy="39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4272796" y="3387804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Run Algorithm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72796" y="3871555"/>
            <a:ext cx="3778329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K-Means on selected features.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160877" y="4437936"/>
            <a:ext cx="9574768" cy="15240"/>
          </a:xfrm>
          <a:prstGeom prst="roundRect">
            <a:avLst>
              <a:gd name="adj" fmla="val 616554"/>
            </a:avLst>
          </a:prstGeom>
          <a:solidFill>
            <a:srgbClr val="D1C8C6"/>
          </a:solidFill>
          <a:ln/>
        </p:spPr>
      </p:sp>
      <p:sp>
        <p:nvSpPr>
          <p:cNvPr id="13" name="Shape 11"/>
          <p:cNvSpPr/>
          <p:nvPr/>
        </p:nvSpPr>
        <p:spPr>
          <a:xfrm>
            <a:off x="782955" y="4564975"/>
            <a:ext cx="4899184" cy="1289090"/>
          </a:xfrm>
          <a:prstGeom prst="roundRect">
            <a:avLst>
              <a:gd name="adj" fmla="val 728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5265" y="5012888"/>
            <a:ext cx="314563" cy="39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5905857" y="4788694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Analyze Clusters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05857" y="5272445"/>
            <a:ext cx="5847874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Profile customer groups by behavior and demographics.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5793938" y="5838825"/>
            <a:ext cx="7941707" cy="15240"/>
          </a:xfrm>
          <a:prstGeom prst="roundRect">
            <a:avLst>
              <a:gd name="adj" fmla="val 616554"/>
            </a:avLst>
          </a:prstGeom>
          <a:solidFill>
            <a:srgbClr val="D1C8C6"/>
          </a:solidFill>
          <a:ln/>
        </p:spPr>
      </p:sp>
      <p:sp>
        <p:nvSpPr>
          <p:cNvPr id="18" name="Shape 16"/>
          <p:cNvSpPr/>
          <p:nvPr/>
        </p:nvSpPr>
        <p:spPr>
          <a:xfrm>
            <a:off x="782955" y="5965865"/>
            <a:ext cx="6532245" cy="1646992"/>
          </a:xfrm>
          <a:prstGeom prst="roundRect">
            <a:avLst>
              <a:gd name="adj" fmla="val 570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1796" y="6592729"/>
            <a:ext cx="314563" cy="39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2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7538918" y="6189583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38918" y="6673334"/>
            <a:ext cx="6084808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Segments named “Loyal,” “Potential Loyalists,” and “New Customers.”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8739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Interpreting and Visualizing Clusters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Create Profiles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characteristics of each cluster.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clusters clearly with plots and charts.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Marketing Strategy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campaigns tailored to each segment.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 customers get discounts; new ones get onboarding emails.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Actionable Insights and 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07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528649"/>
            <a:ext cx="3042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Personalized Experiences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Segmentation drives customer engagement and satisfaction.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73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Marketing 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Boost effectiveness and ROI with targeted campaigns.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Ongoing Process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Continuously monitor and refine segments for growth.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60523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17306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clustering, test campaigns, and analyze results.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440</Words>
  <Application>Microsoft Office PowerPoint</Application>
  <PresentationFormat>Custom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Crimson Pro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 Kartik</cp:lastModifiedBy>
  <cp:revision>2</cp:revision>
  <dcterms:created xsi:type="dcterms:W3CDTF">2025-05-26T17:01:33Z</dcterms:created>
  <dcterms:modified xsi:type="dcterms:W3CDTF">2025-05-26T17:03:11Z</dcterms:modified>
</cp:coreProperties>
</file>