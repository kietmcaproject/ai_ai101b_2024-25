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224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“Good morning everyone!  We are here to present our project on </a:t>
            </a:r>
            <a:r>
              <a:rPr lang="en-US" i="1" dirty="0"/>
              <a:t>Healthcare Data Cleaning which</a:t>
            </a:r>
            <a:r>
              <a:rPr lang="en-US" dirty="0"/>
              <a:t> focuses on how clean data can dramatically improve the healthcare industry.”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2904C-3949-4E99-9098-CC1B9939DF2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848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033B-C1CB-1754-9CFB-86BF8AE30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F7485-6AB7-ED91-AD1E-F6AF83215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2DE61-1E8E-21E6-91F5-9ACFEE0A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576A-07DB-3B46-AC99-97A70AE2395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0C74B-DB87-D74C-25EF-E2DFA9BBC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4EB34-C25C-43DD-1A50-13C7E669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EAFB7-D942-8C40-850B-F7A53EC53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0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C05F-6C10-AAB8-B9A1-704086EB8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0286" y="1984205"/>
            <a:ext cx="8229600" cy="1611802"/>
          </a:xfrm>
        </p:spPr>
        <p:txBody>
          <a:bodyPr>
            <a:normAutofit fontScale="90000"/>
          </a:bodyPr>
          <a:lstStyle/>
          <a:p>
            <a:r>
              <a:rPr lang="en-US" sz="43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AI-I (AI101B)</a:t>
            </a:r>
            <a:br>
              <a:rPr lang="en-IN" sz="252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Semester</a:t>
            </a:r>
            <a:br>
              <a:rPr lang="en-IN" sz="324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2024-25</a:t>
            </a:r>
            <a:endParaRPr lang="en-US" sz="324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24FBC-2E61-AD49-3BD0-DA7AA89F9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12776" y="4048901"/>
            <a:ext cx="7725206" cy="801796"/>
          </a:xfrm>
        </p:spPr>
        <p:txBody>
          <a:bodyPr>
            <a:normAutofit/>
          </a:bodyPr>
          <a:lstStyle/>
          <a:p>
            <a:r>
              <a:rPr lang="en-US" sz="315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HEART DISEASE</a:t>
            </a:r>
          </a:p>
          <a:p>
            <a:endParaRPr lang="en-US" sz="315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3043289-20F1-1B73-C850-CE92562B546B}"/>
              </a:ext>
            </a:extLst>
          </p:cNvPr>
          <p:cNvSpPr txBox="1">
            <a:spLocks/>
          </p:cNvSpPr>
          <p:nvPr/>
        </p:nvSpPr>
        <p:spPr>
          <a:xfrm>
            <a:off x="9878287" y="5303592"/>
            <a:ext cx="2519394" cy="964406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822960">
              <a:spcBef>
                <a:spcPts val="900"/>
              </a:spcBef>
            </a:pPr>
            <a:r>
              <a:rPr lang="en-IN" sz="216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pPr algn="just" defTabSz="822960">
              <a:spcBef>
                <a:spcPts val="900"/>
              </a:spcBef>
            </a:pPr>
            <a:r>
              <a:rPr lang="en-IN" sz="21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Komal Salgotra</a:t>
            </a:r>
          </a:p>
          <a:p>
            <a:pPr algn="just" defTabSz="822960">
              <a:spcBef>
                <a:spcPts val="900"/>
              </a:spcBef>
            </a:pPr>
            <a:endParaRPr lang="en-IN" sz="2160" b="1" u="sng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A50B94-DBEB-9815-4684-223EC27F9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79117"/>
            <a:ext cx="10972800" cy="1246042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A08CDA2-AA7D-B2B5-1576-FE58A4BF32BC}"/>
              </a:ext>
            </a:extLst>
          </p:cNvPr>
          <p:cNvSpPr txBox="1">
            <a:spLocks/>
          </p:cNvSpPr>
          <p:nvPr/>
        </p:nvSpPr>
        <p:spPr>
          <a:xfrm>
            <a:off x="1979233" y="5303592"/>
            <a:ext cx="6911095" cy="1760155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822960">
              <a:spcBef>
                <a:spcPts val="900"/>
              </a:spcBef>
            </a:pPr>
            <a:r>
              <a:rPr lang="en-IN" sz="216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 algn="l" defTabSz="82296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endParaRPr lang="en-US" sz="1620" dirty="0">
              <a:solidFill>
                <a:prstClr val="black"/>
              </a:solidFill>
              <a:latin typeface="Times New Roman" panose="02020603050405020304" pitchFamily="18" charset="0"/>
              <a:ea typeface="MS Mincho" panose="02020609040205080304" pitchFamily="49" charset="-128"/>
              <a:cs typeface="Mangal" panose="02040503050203030202" pitchFamily="18" charset="0"/>
            </a:endParaRPr>
          </a:p>
          <a:p>
            <a:pPr algn="l" defTabSz="82296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endParaRPr lang="en-IN" sz="216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822960">
              <a:spcBef>
                <a:spcPts val="900"/>
              </a:spcBef>
            </a:pPr>
            <a:endParaRPr lang="en-IN" sz="2160" b="1" u="sng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A7AF96-8101-2C9A-7285-F948A676D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233" y="5794863"/>
            <a:ext cx="5161366" cy="118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74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825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Predicting Heart Disease with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4027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Revolutionizing healthcare with machine learning models to predict heart disease early. This project leverages Random Forest and Artificial Neural Networks for impactful diagnosis.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942" y="957501"/>
            <a:ext cx="7379851" cy="637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Challenge: Heart Disease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199942" y="1900357"/>
            <a:ext cx="7716917" cy="1190030"/>
          </a:xfrm>
          <a:prstGeom prst="roundRect">
            <a:avLst>
              <a:gd name="adj" fmla="val 719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11397" y="2111812"/>
            <a:ext cx="254865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Impact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11397" y="2552700"/>
            <a:ext cx="7294007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Leading cause of death globally, approx. 17.9 million deaths yearly.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99942" y="3294221"/>
            <a:ext cx="7716917" cy="1190030"/>
          </a:xfrm>
          <a:prstGeom prst="roundRect">
            <a:avLst>
              <a:gd name="adj" fmla="val 719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11397" y="3505676"/>
            <a:ext cx="2698433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Detection Importance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11397" y="3946565"/>
            <a:ext cx="7294007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detection is key to effective treatment and prevention.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99942" y="4688086"/>
            <a:ext cx="7716917" cy="1190030"/>
          </a:xfrm>
          <a:prstGeom prst="roundRect">
            <a:avLst>
              <a:gd name="adj" fmla="val 719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11397" y="4899541"/>
            <a:ext cx="254865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11397" y="5340429"/>
            <a:ext cx="7294007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diagnostics can be slow and sometimes inaccurate.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99942" y="6081951"/>
            <a:ext cx="7716917" cy="1190030"/>
          </a:xfrm>
          <a:prstGeom prst="roundRect">
            <a:avLst>
              <a:gd name="adj" fmla="val 719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11397" y="6293406"/>
            <a:ext cx="254865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Opportunity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11397" y="6734294"/>
            <a:ext cx="7294007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offers faster, more precise prediction methods for heart disease.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3DC98A-F779-6367-416E-902D7CA59458}"/>
              </a:ext>
            </a:extLst>
          </p:cNvPr>
          <p:cNvSpPr txBox="1"/>
          <p:nvPr/>
        </p:nvSpPr>
        <p:spPr>
          <a:xfrm>
            <a:off x="12790583" y="7777908"/>
            <a:ext cx="1740665" cy="3745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2795"/>
            <a:ext cx="9171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Approach: Machine Learning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8550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Supervised Learning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9898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trained on labeled patient data to predict outcomes.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Selection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21969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key risk factors influencing heart disease prediction.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219694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07022" y="4661892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Neural Networks (ANNs)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013638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013638" y="4219694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an accurate, reliable predictive model.</a:t>
            </a:r>
            <a:endParaRPr lang="en-US" sz="17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B63E9C-95AC-CD2C-F390-32261C68D7CD}"/>
              </a:ext>
            </a:extLst>
          </p:cNvPr>
          <p:cNvSpPr txBox="1"/>
          <p:nvPr/>
        </p:nvSpPr>
        <p:spPr>
          <a:xfrm>
            <a:off x="12834651" y="7634689"/>
            <a:ext cx="1696597" cy="5949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1127879"/>
            <a:ext cx="7406402" cy="69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1: Random Forest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73073" y="2149316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490901" y="222515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Ensemble Learning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490901" y="2702719"/>
            <a:ext cx="688002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multiple decision trees for robust predictions.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3073" y="3497818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490901" y="3573661"/>
            <a:ext cx="2789515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Overfitting Resistant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490901" y="4051221"/>
            <a:ext cx="688002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high accuracy with strong generalization to new data.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3073" y="4846320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490901" y="4922163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Importance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490901" y="5399723"/>
            <a:ext cx="688002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key factors affecting heart disease risk.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73073" y="6194822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490901" y="627066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 Metric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490901" y="6748224"/>
            <a:ext cx="688002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Decrease in Gini Coefficient measures feature influence.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2795"/>
            <a:ext cx="125985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2: Artificial Neural Networks (ANN)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8550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Brain-Inspired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402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Interconnected nodes simulate how neurons process information.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Learning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219694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layers capture complex patterns in data.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Learning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21969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discovers hidden relationships in features.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21969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ReLU and Sigmoid functions for non-linear transformations.</a:t>
            </a:r>
            <a:endParaRPr lang="en-US" sz="17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C4028-D814-7247-EFCA-94AA6B536660}"/>
              </a:ext>
            </a:extLst>
          </p:cNvPr>
          <p:cNvSpPr txBox="1"/>
          <p:nvPr/>
        </p:nvSpPr>
        <p:spPr>
          <a:xfrm>
            <a:off x="12779566" y="7711807"/>
            <a:ext cx="1850834" cy="5177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795" y="694611"/>
            <a:ext cx="4902994" cy="612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and Features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172795" y="1601510"/>
            <a:ext cx="7771209" cy="1145143"/>
          </a:xfrm>
          <a:prstGeom prst="roundRect">
            <a:avLst>
              <a:gd name="adj" fmla="val 719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76511" y="1805226"/>
            <a:ext cx="2451497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76511" y="2229207"/>
            <a:ext cx="736377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Kaggle Heart Disease Dataset with comprehensive patient records.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2795" y="2942749"/>
            <a:ext cx="7771209" cy="1145143"/>
          </a:xfrm>
          <a:prstGeom prst="roundRect">
            <a:avLst>
              <a:gd name="adj" fmla="val 719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376511" y="3146465"/>
            <a:ext cx="2451497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Size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76511" y="3570446"/>
            <a:ext cx="736377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1,000 patients with 13+ clinical features each.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795" y="4283988"/>
            <a:ext cx="7771209" cy="1909763"/>
          </a:xfrm>
          <a:prstGeom prst="roundRect">
            <a:avLst>
              <a:gd name="adj" fmla="val 43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376511" y="4487704"/>
            <a:ext cx="2451497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376511" y="4911685"/>
            <a:ext cx="736377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Sex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76511" y="5293995"/>
            <a:ext cx="736377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Cholesterol, Blood Pressure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76511" y="5676305"/>
            <a:ext cx="736377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ECG results and other factors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72795" y="6389846"/>
            <a:ext cx="7771209" cy="1145143"/>
          </a:xfrm>
          <a:prstGeom prst="roundRect">
            <a:avLst>
              <a:gd name="adj" fmla="val 719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76511" y="6593562"/>
            <a:ext cx="2451497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Preprocessing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376511" y="7017544"/>
            <a:ext cx="736377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 and normalization to improve model quality.</a:t>
            </a:r>
            <a:endParaRPr lang="en-US" sz="1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70E452-C56B-7CA9-4703-870F2DAABB23}"/>
              </a:ext>
            </a:extLst>
          </p:cNvPr>
          <p:cNvSpPr txBox="1"/>
          <p:nvPr/>
        </p:nvSpPr>
        <p:spPr>
          <a:xfrm>
            <a:off x="12779566" y="7711807"/>
            <a:ext cx="1850834" cy="5177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69743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and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3249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85448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F1-Score, AUC-ROC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200406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00406" y="4158853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85% accuracy on test data.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07022" y="3577709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Artificial Neural Networks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07022" y="4513183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Outperformed with 89% accuracy.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013638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Comparison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013638" y="4158853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 beat Random Forest by 4%, showing better pattern learning.</a:t>
            </a:r>
            <a:endParaRPr lang="en-US" sz="17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369101-75C3-2382-B62A-8339318D3D5D}"/>
              </a:ext>
            </a:extLst>
          </p:cNvPr>
          <p:cNvSpPr txBox="1"/>
          <p:nvPr/>
        </p:nvSpPr>
        <p:spPr>
          <a:xfrm>
            <a:off x="12779566" y="7711807"/>
            <a:ext cx="1850834" cy="5177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6966" y="705922"/>
            <a:ext cx="7702868" cy="1287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and Future Directions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966" y="2301835"/>
            <a:ext cx="1029533" cy="12353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5348" y="2507694"/>
            <a:ext cx="257377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45348" y="2952869"/>
            <a:ext cx="636448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significantly boosts early heart disease diagnosis accuracy.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966" y="3537228"/>
            <a:ext cx="1029533" cy="12353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45348" y="3743087"/>
            <a:ext cx="257377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545348" y="4188262"/>
            <a:ext cx="636448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models in clinical settings and collect real-time feedback.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966" y="4772620"/>
            <a:ext cx="1029533" cy="12353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45348" y="4978479"/>
            <a:ext cx="257377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Further Research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545348" y="5423654"/>
            <a:ext cx="636448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datasets and explore advanced ML techniques.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6966" y="6008013"/>
            <a:ext cx="1029533" cy="151554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45348" y="6213872"/>
            <a:ext cx="257377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Ultimate Goal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7545348" y="6659047"/>
            <a:ext cx="6364486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lives through fast, accurate, AI-enabled heart disease detection.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4D432B-737A-51C1-2B5F-66B301CA4001}"/>
              </a:ext>
            </a:extLst>
          </p:cNvPr>
          <p:cNvSpPr txBox="1"/>
          <p:nvPr/>
        </p:nvSpPr>
        <p:spPr>
          <a:xfrm>
            <a:off x="12779566" y="7711807"/>
            <a:ext cx="1850834" cy="5177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432</Words>
  <Application>Microsoft Office PowerPoint</Application>
  <PresentationFormat>Custom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Inter</vt:lpstr>
      <vt:lpstr>Inter Bold</vt:lpstr>
      <vt:lpstr>Times New Roman</vt:lpstr>
      <vt:lpstr>Office Theme</vt:lpstr>
      <vt:lpstr>AI-I (AI101B) Even Semester Session 2024-25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Pragya Tiwari</cp:lastModifiedBy>
  <cp:revision>3</cp:revision>
  <dcterms:created xsi:type="dcterms:W3CDTF">2025-05-27T08:11:23Z</dcterms:created>
  <dcterms:modified xsi:type="dcterms:W3CDTF">2025-05-27T08:28:34Z</dcterms:modified>
</cp:coreProperties>
</file>