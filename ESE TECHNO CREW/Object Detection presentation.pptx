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3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391EA2-BB03-4794-A458-AEE13434E102}" v="30" dt="2025-04-22T08:01:05.7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>
        <p:scale>
          <a:sx n="150" d="100"/>
          <a:sy n="150" d="100"/>
        </p:scale>
        <p:origin x="-278" y="-14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4:12:30.334"/>
    </inkml:context>
    <inkml:brush xml:id="br0">
      <inkml:brushProperty name="width" value="0.2" units="cm"/>
      <inkml:brushProperty name="height" value="0.2" units="cm"/>
      <inkml:brushProperty name="color" value="#FFFFCC"/>
    </inkml:brush>
  </inkml:definitions>
  <inkml:trace contextRef="#ctx0" brushRef="#br0">32 0 24575,'0'0'0,"0"3"0,-4 5 0,-3-1 0,1 1 0,1 1 0,2 2 0,1 1 0,1 3 0,-2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4:12:21.780"/>
    </inkml:context>
    <inkml:brush xml:id="br0">
      <inkml:brushProperty name="width" value="0.2" units="cm"/>
      <inkml:brushProperty name="height" value="0.2" units="cm"/>
      <inkml:brushProperty name="color" value="#FFFFCC"/>
    </inkml:brush>
  </inkml:definitions>
  <inkml:trace contextRef="#ctx0" brushRef="#br0">0 0 24575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4:12:22.877"/>
    </inkml:context>
    <inkml:brush xml:id="br0">
      <inkml:brushProperty name="width" value="0.2" units="cm"/>
      <inkml:brushProperty name="height" value="0.2" units="cm"/>
      <inkml:brushProperty name="color" value="#FFFFCC"/>
    </inkml:brush>
  </inkml:definitions>
  <inkml:trace contextRef="#ctx0" brushRef="#br0">0 0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4:12:24.408"/>
    </inkml:context>
    <inkml:brush xml:id="br0">
      <inkml:brushProperty name="width" value="0.2" units="cm"/>
      <inkml:brushProperty name="height" value="0.2" units="cm"/>
      <inkml:brushProperty name="color" value="#FFFFCC"/>
    </inkml:brush>
  </inkml:definitions>
  <inkml:trace contextRef="#ctx0" brushRef="#br0">0 0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4:12:36.944"/>
    </inkml:context>
    <inkml:brush xml:id="br0">
      <inkml:brushProperty name="width" value="0.2" units="cm"/>
      <inkml:brushProperty name="height" value="0.2" units="cm"/>
      <inkml:brushProperty name="color" value="#FFFFCC"/>
    </inkml:brush>
  </inkml:definitions>
  <inkml:trace contextRef="#ctx0" brushRef="#br0">0 0 24575,'0'0'0,"0"2"0,0 4 0,0 5 0,0 3 0,0 2 0,0 3 0,0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4:10:42.076"/>
    </inkml:context>
    <inkml:brush xml:id="br0">
      <inkml:brushProperty name="width" value="0.05" units="cm"/>
      <inkml:brushProperty name="height" value="0.05" units="cm"/>
      <inkml:brushProperty name="color" value="#FFFFCC"/>
    </inkml:brush>
  </inkml:definitions>
  <inkml:trace contextRef="#ctx0" brushRef="#br0">1 1 24575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4:10:59"/>
    </inkml:context>
    <inkml:brush xml:id="br0">
      <inkml:brushProperty name="width" value="0.05" units="cm"/>
      <inkml:brushProperty name="height" value="0.05" units="cm"/>
      <inkml:brushProperty name="color" value="#FFFFCC"/>
    </inkml:brush>
  </inkml:definitions>
  <inkml:trace contextRef="#ctx0" brushRef="#br0">97 301 24575,'0'-48'0,"8"-55"0,-6 90 0,1 0 0,0 1 0,1 0 0,8-19 0,-11 31 0,16-53 0,-16 48 0,-2 6 0,-9 29 0,7-19 0,1 0 0,0 0 0,1 0 0,0 1 0,2 17 0,-2 25 0,-5-21 0,4-27 0,1 1 0,0 0 0,0 0 0,0 0 0,1 0 0,0 0 0,0 0 0,2 8 0,-2-14 0,0-1 0,0 1 0,0-1 0,0 1 0,0 0 0,0-1 0,1 1 0,-1-1 0,0 1 0,0-1 0,1 1 0,-1-1 0,0 1 0,1-1 0,-1 1 0,0-1 0,1 1 0,-1-1 0,1 0 0,-1 1 0,0-1 0,1 0 0,-1 1 0,1-1 0,-1 0 0,1 1 0,0-1 0,-1 0 0,1 0 0,-1 0 0,1 0 0,-1 1 0,1-1 0,0 0 0,-1 0 0,1 0 0,-1 0 0,1 0 0,-1-1 0,1 1 0,0 0 0,-1 0 0,1 0 0,-1 0 0,1-1 0,1 0 0,-1 1 0,1-1 0,-1 0 0,0 0 0,1 0 0,-1 0 0,0-1 0,0 1 0,0 0 0,0 0 0,0-1 0,0 1 0,0 0 0,0-1 0,0-2 0,7-23 0,-2 0 0,-1 0 0,-1-1 0,-1 0 0,-2 0 0,-3-53 0,2 80 0,-1-1 0,1 1 0,-1 0 0,1-1 0,-1 1 0,1 0 0,-1 0 0,0-1 0,1 1 0,-1 0 0,0 0 0,0 0 0,0 0 0,0 0 0,0 0 0,0 0 0,0 0 0,0 0 0,0 0 0,-1 0 0,1 1 0,0-1 0,-1 1 0,1-1 0,0 1 0,-1-1 0,1 1 0,0 0 0,-1 0 0,1-1 0,-3 1 0,-8 0 0,1-1 0,0 2 0,-14 1 0,3 0 0,20-3 0,-1 1 0,1 0 0,-1 0 0,1 1 0,0-1 0,-1 0 0,1 1 0,0 0 0,-1-1 0,1 1 0,0 0 0,0 0 0,0 0 0,0 0 0,0 1 0,0-1 0,0 1 0,0-1 0,-2 3 0,2-1 0,1 0 0,-1 0 0,1 0 0,0 1 0,0-1 0,0 0 0,0 1 0,1-1 0,-1 0 0,1 1 0,0-1 0,0 7 0,0 56 0,-1-29 0,5 52 0,-4-87 0,0-1 0,0 1 0,0-1 0,1 1 0,-1 0 0,0-1 0,1 1 0,-1-1 0,1 0 0,-1 1 0,1-1 0,-1 1 0,1-1 0,0 0 0,0 1 0,0-1 0,0 0 0,0 0 0,0 0 0,0 0 0,0 0 0,1 0 0,-1 0 0,0 0 0,1 0 0,-1 0 0,0-1 0,1 1 0,-1-1 0,3 2 0,-2-3 0,0 1 0,0 0 0,0-1 0,0 0 0,0 1 0,0-1 0,-1 0 0,1 0 0,0 0 0,0 0 0,-1 0 0,1 0 0,-1 0 0,1-1 0,-1 1 0,0 0 0,1-1 0,-1 1 0,0-1 0,0 0 0,0 1 0,0-1 0,0 0 0,1-3 0,0 1 0,0-1 0,-1 0 0,1 0 0,-1 0 0,0 0 0,-1 0 0,1 0 0,-1 0 0,0 0 0,0 0 0,-1-7 0,-2-3 0,0 1 0,-9-22 0,-4-20 0,13 46 0,1 10 0,-1 18 0,0 31 0,2-31 0,-1 1 0,-1-1 0,-9 32 0,4-21 0,-7 28-1365,14-47-5461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4:11:03.107"/>
    </inkml:context>
    <inkml:brush xml:id="br0">
      <inkml:brushProperty name="width" value="0.05" units="cm"/>
      <inkml:brushProperty name="height" value="0.05" units="cm"/>
      <inkml:brushProperty name="color" value="#FFFFCC"/>
    </inkml:brush>
  </inkml:definitions>
  <inkml:trace contextRef="#ctx0" brushRef="#br0">1 0 24575,'0'0'0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4:11:11.047"/>
    </inkml:context>
    <inkml:brush xml:id="br0">
      <inkml:brushProperty name="width" value="0.05" units="cm"/>
      <inkml:brushProperty name="height" value="0.05" units="cm"/>
      <inkml:brushProperty name="color" value="#FFFFCC"/>
    </inkml:brush>
  </inkml:definitions>
  <inkml:trace contextRef="#ctx0" brushRef="#br0">0 426 24575,'0'26'0,"4"27"0,-4-51 0,0 0 0,1 1 0,-1-1 0,1 1 0,-1-1 0,1 0 0,0 1 0,0-1 0,0 0 0,0 0 0,0 0 0,1 0 0,-1 0 0,1 0 0,-1 0 0,1 0 0,0-1 0,0 1 0,2 1 0,-4-3 0,1 0 0,-1 1 0,1-1 0,-1 0 0,1 0 0,0 0 0,-1 0 0,1 0 0,-1 0 0,1 0 0,0 0 0,-1 0 0,1 0 0,-1 0 0,1 0 0,0 0 0,-1-1 0,1 1 0,-1 0 0,1 0 0,-1-1 0,1 1 0,-1 0 0,1-1 0,-1 1 0,1 0 0,-1-1 0,1 1 0,-1-1 0,11-21 0,-2-25 0,-10-103 0,2-12 0,0 153 0,1 0 0,0 1 0,1-1 0,0 0 0,5-9 0,7-25 0,-15 41 0,1-2 0,0 0 0,0-1 0,0 1 0,1 0 0,0 0 0,0 0 0,0 0 0,3-5 0,-4 8 0,1-1 0,0 1 0,0 0 0,0-1 0,0 1 0,0 0 0,0 0 0,1 1 0,-1-1 0,0 0 0,0 1 0,0-1 0,1 1 0,-1 0 0,0 0 0,1 0 0,-1 0 0,3 0 0,78 2-1365,-73-1-5461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4:11:32.922"/>
    </inkml:context>
    <inkml:brush xml:id="br0">
      <inkml:brushProperty name="width" value="0.05" units="cm"/>
      <inkml:brushProperty name="height" value="0.05" units="cm"/>
      <inkml:brushProperty name="color" value="#FFFFCC"/>
    </inkml:brush>
  </inkml:definitions>
  <inkml:trace contextRef="#ctx0" brushRef="#br0">23 240 24575,'0'9'0,"-1"0"0,0 0 0,0 0 0,-1 0 0,0-1 0,0 1 0,-6 12 0,4-59 0,3-38 0,2-96 0,-1 171-1,0-1 0,1 1 0,-1 0 0,0-1 0,0 1 0,1-1-1,-1 1 1,1 0 0,-1 0 0,1-1 0,0 1 0,-1 0 0,1 0 0,0 0 0,0 0-1,0-1 1,0 1 0,0 0 0,0 1 0,0-1 0,0 0 0,0 0 0,0 0 0,0 1 0,1-1-1,-1 0 1,0 1 0,1 0 0,-1-1 0,3 0 0,4 0 31,0 1 1,0-1-1,1 1 1,12 2-1,-16-1-153,-1 0-1,1-1 1,-1 1-1,1-1 0,0 0 1,-1-1-1,1 1 0,-1-1 1,1 0-1,-1 0 1,6-2-1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4:11:16.525"/>
    </inkml:context>
    <inkml:brush xml:id="br0">
      <inkml:brushProperty name="width" value="0.05" units="cm"/>
      <inkml:brushProperty name="height" value="0.05" units="cm"/>
      <inkml:brushProperty name="color" value="#FFFFCC"/>
    </inkml:brush>
  </inkml:definitions>
  <inkml:trace contextRef="#ctx0" brushRef="#br0">0 0 24575,'0'4'0,"0"3"0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4:11:17.575"/>
    </inkml:context>
    <inkml:brush xml:id="br0">
      <inkml:brushProperty name="width" value="0.05" units="cm"/>
      <inkml:brushProperty name="height" value="0.05" units="cm"/>
      <inkml:brushProperty name="color" value="#FFFFCC"/>
    </inkml:brush>
  </inkml:definitions>
  <inkml:trace contextRef="#ctx0" brushRef="#br0">0 1 24575,'0'2'0,"0"4"0,0 3 0,0 1 0,0 2 0,0 1 0,0 1 0,0 0 0,0-1 0,0 1 0,0 0 0,0-2-8191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4:11:22.264"/>
    </inkml:context>
    <inkml:brush xml:id="br0">
      <inkml:brushProperty name="width" value="0.05" units="cm"/>
      <inkml:brushProperty name="height" value="0.05" units="cm"/>
      <inkml:brushProperty name="color" value="#FFFFCC"/>
    </inkml:brush>
  </inkml:definitions>
  <inkml:trace contextRef="#ctx0" brushRef="#br0">57 322 24575,'1'13'0,"0"1"0,1-1 0,1 0 0,0 1 0,1-1 0,0-1 0,1 1 0,0-1 0,1 1 0,0-1 0,16 20 0,-22-31 0,0 0 0,1-1 0,-1 1 0,1 0 0,-1 0 0,1 0 0,-1-1 0,1 1 0,0 0 0,-1-1 0,1 1 0,0 0 0,0-1 0,-1 1 0,1-1 0,0 1 0,0-1 0,0 0 0,0 1 0,0-1 0,0 0 0,-1 0 0,1 1 0,0-1 0,0 0 0,0 0 0,0 0 0,0 0 0,0 0 0,0 0 0,0 0 0,0-1 0,0 1 0,0 0 0,0-1 0,-1 1 0,1 0 0,0-1 0,0 1 0,0-1 0,0 1 0,-1-1 0,1 1 0,0-1 0,-1 0 0,1 1 0,0-1 0,-1 0 0,1 0 0,-1 1 0,1-1 0,-1 0 0,1-1 0,2-4 0,0 1 0,-1-1 0,0 1 0,0-1 0,-1 0 0,2-11 0,-1 3 0,1 1 0,0 0 0,0 0 0,1 1 0,1-1 0,0 1 0,1-1 0,0 2 0,15-22 0,-13 21 0,-1-1 0,0 1 0,-1-2 0,0 1 0,-1-1 0,-1 0 0,0 0 0,-1 0 0,0 0 0,0-20 0,-3 33 0,0 0 0,0-1 0,0 1 0,0 0 0,0 0 0,0-1 0,0 1 0,-1 0 0,1 0 0,-1 0 0,1-1 0,0 1 0,-1 0 0,0 0 0,1 0 0,-1 0 0,0 0 0,0 0 0,1 0 0,-1 0 0,0 0 0,0 1 0,0-1 0,0 0 0,0 0 0,-2 0 0,1 0 0,-1 0 0,0 1 0,1-1 0,-1 1 0,0 0 0,1 0 0,-1 0 0,0 0 0,1 0 0,-1 0 0,-4 2 0,-2 0 0,-1 1 0,1 0 0,1 1 0,-1-1 0,0 2 0,-8 5 0,13-7 0,0 1 0,0-1 0,1 1 0,-1 0 0,1 0 0,0 0 0,0 1 0,0-1 0,1 1 0,-1 0 0,1-1 0,0 1 0,0 0 0,1 0 0,0 0 0,-2 9 0,1 7 0,1 0 0,4 41 0,-1-13 0,-2-47 0,0 1 0,0-1 0,1 0 0,-1 1 0,1-1 0,-1 0 0,1 0 0,0 0 0,0 1 0,0-1 0,0 0 0,0 0 0,1 0 0,-1 0 0,0-1 0,3 3 0,-4-4 0,1 1 0,-1-1 0,1 1 0,-1-1 0,1 0 0,-1 1 0,1-1 0,0 0 0,-1 0 0,1 1 0,0-1 0,-1 0 0,1 0 0,0 0 0,-1 0 0,1 0 0,-1 0 0,1 0 0,0 0 0,-1 0 0,1 0 0,1 0 0,-1-1 0,0 0 0,0 0 0,1 1 0,-1-1 0,0 0 0,0 0 0,0 0 0,0 0 0,-1 0 0,1 0 0,0 0 0,0-1 0,-1 1 0,1 0 0,0-2 0,2-8 0,0 0 0,-1 0 0,0 0 0,-1-1 0,0 1 0,-1 0 0,0 0 0,-4-19 0,2-15 0,3-19 0,-2-65 0,0 127 0,1 0 0,-1 0 0,0 1 0,1-1 0,-1 0 0,0 1 0,0-1 0,0 1 0,0-1 0,-1 1 0,1-1 0,0 1 0,-1 0 0,1 0 0,-1 0 0,1 0 0,-1 0 0,1 0 0,-1 0 0,0 0 0,1 0 0,-1 1 0,0-1 0,0 1 0,1-1 0,-1 1 0,0 0 0,0 0 0,0 0 0,-3 0 0,-11-1 0,1 1 0,-27 3 0,30-1 0,11-2 5,-1 0-1,0 0 0,0 1 0,0 0 1,0-1-1,0 1 0,0 0 0,1 0 1,-1 0-1,0 0 0,1 0 1,-1 0-1,1 0 0,-1 0 0,1 1 1,0-1-1,-1 1 0,1-1 0,0 1 1,0 0-1,0-1 0,0 1 1,0 0-1,0-1 0,1 1 0,-1 0 1,0 3-1,0-3-82,1 1 0,-1 0 0,1 0-1,0 0 1,0-1 0,0 1 0,0 0 0,0 0 0,1 0-1,-1 0 1,1-1 0,0 1 0,0 0 0,0-1 0,0 1-1,0 0 1,0-1 0,3 4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4:11:23.852"/>
    </inkml:context>
    <inkml:brush xml:id="br0">
      <inkml:brushProperty name="width" value="0.05" units="cm"/>
      <inkml:brushProperty name="height" value="0.05" units="cm"/>
      <inkml:brushProperty name="color" value="#FFFFCC"/>
    </inkml:brush>
  </inkml:definitions>
  <inkml:trace contextRef="#ctx0" brushRef="#br0">0 0 24575,'0'0'-8191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4:11:26.522"/>
    </inkml:context>
    <inkml:brush xml:id="br0">
      <inkml:brushProperty name="width" value="0.05" units="cm"/>
      <inkml:brushProperty name="height" value="0.05" units="cm"/>
      <inkml:brushProperty name="color" value="#FFFFCC"/>
    </inkml:brush>
  </inkml:definitions>
  <inkml:trace contextRef="#ctx0" brushRef="#br0">0 0 24575,'0'0'-8191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4:11:37.128"/>
    </inkml:context>
    <inkml:brush xml:id="br0">
      <inkml:brushProperty name="width" value="0.05" units="cm"/>
      <inkml:brushProperty name="height" value="0.05" units="cm"/>
      <inkml:brushProperty name="color" value="#FFFFCC"/>
    </inkml:brush>
  </inkml:definitions>
  <inkml:trace contextRef="#ctx0" brushRef="#br0">1 0 24575,'0'0'0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4:11:39.287"/>
    </inkml:context>
    <inkml:brush xml:id="br0">
      <inkml:brushProperty name="width" value="0.05" units="cm"/>
      <inkml:brushProperty name="height" value="0.05" units="cm"/>
      <inkml:brushProperty name="color" value="#FFFFCC"/>
    </inkml:brush>
  </inkml:definitions>
  <inkml:trace contextRef="#ctx0" brushRef="#br0">0 0 24575,'0'0'-8191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4:11:48.146"/>
    </inkml:context>
    <inkml:brush xml:id="br0">
      <inkml:brushProperty name="width" value="0.2" units="cm"/>
      <inkml:brushProperty name="height" value="0.2" units="cm"/>
      <inkml:brushProperty name="color" value="#FFFFCC"/>
    </inkml:brush>
  </inkml:definitions>
  <inkml:trace contextRef="#ctx0" brushRef="#br0">1 278 24575,'0'-10'0,"1"0"0,1-1 0,0 1 0,3-11 0,-2 10 0,0 1 0,-1-1 0,1-20 0,-3 24 0,0 4 0,0 0 0,0 0 0,0-1 0,1 1 0,-1 0 0,1 0 0,0 0 0,1-4 0,-1 5 0,0 1 0,0 0 0,0 0 0,0 0 0,0 0 0,0 0 0,1 0 0,-1 0 0,0 0 0,1 0 0,-1 0 0,0 1 0,1-1 0,-1 1 0,1-1 0,-1 1 0,1-1 0,-1 1 0,1 0 0,1 0 0,4-1 0,0-1 0,-1 1 0,1-1 0,-1 0 0,1-1 0,-1 0 0,0 0 0,0 0 0,0 0 0,6-6 0,2-1 0,0 1 0,1 0 0,1 1 0,-1 0 0,30-9 0,14 13-1365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4:10:46.151"/>
    </inkml:context>
    <inkml:brush xml:id="br0">
      <inkml:brushProperty name="width" value="0.05" units="cm"/>
      <inkml:brushProperty name="height" value="0.05" units="cm"/>
      <inkml:brushProperty name="color" value="#FFFFCC"/>
    </inkml:brush>
  </inkml:definitions>
  <inkml:trace contextRef="#ctx0" brushRef="#br0">0 1 24575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4:10:48.171"/>
    </inkml:context>
    <inkml:brush xml:id="br0">
      <inkml:brushProperty name="width" value="0.05" units="cm"/>
      <inkml:brushProperty name="height" value="0.05" units="cm"/>
      <inkml:brushProperty name="color" value="#FFFFCC"/>
    </inkml:brush>
  </inkml:definitions>
  <inkml:trace contextRef="#ctx0" brushRef="#br0">1 1 24575,'0'0'-8191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4:10:48.858"/>
    </inkml:context>
    <inkml:brush xml:id="br0">
      <inkml:brushProperty name="width" value="0.05" units="cm"/>
      <inkml:brushProperty name="height" value="0.05" units="cm"/>
      <inkml:brushProperty name="color" value="#FFFFCC"/>
    </inkml:brush>
  </inkml:definitions>
  <inkml:trace contextRef="#ctx0" brushRef="#br0">1 1 24575,'0'0'-8191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4:11:58.027"/>
    </inkml:context>
    <inkml:brush xml:id="br0">
      <inkml:brushProperty name="width" value="0.2" units="cm"/>
      <inkml:brushProperty name="height" value="0.2" units="cm"/>
      <inkml:brushProperty name="color" value="#FFFFCC"/>
    </inkml:brush>
  </inkml:definitions>
  <inkml:trace contextRef="#ctx0" brushRef="#br0">129 406 24575,'-1'-8'0,"0"0"0,0 0 0,-1 0 0,0 1 0,-1-1 0,1 0 0,-1 1 0,-1 0 0,-4-8 0,3 6 0,1 0 0,0 0 0,0 0 0,1-1 0,-4-17 0,1-40 0,2-80 0,4 142 0,0 3 0,0 0 0,0 1 0,0-1 0,0 0 0,0 0 0,-1 1 0,1-1 0,-1 0 0,1 1 0,-1-1 0,0 1 0,-1-3 0,2 4 0,0-1 0,-1 1 0,1-1 0,-1 1 0,1-1 0,-1 1 0,1 0 0,-1-1 0,1 1 0,-1 0 0,1-1 0,-1 1 0,0 0 0,1 0 0,-1-1 0,1 1 0,-1 0 0,0 0 0,1 0 0,-1 0 0,1 0 0,-1 0 0,0 0 0,-1 1 0,-1-1 0,1 1 0,0 0 0,1 0 0,-1 0 0,0 0 0,0 0 0,0 1 0,1-1 0,-1 0 0,0 1 0,1-1 0,0 1 0,-1 0 0,1-1 0,0 1 0,0 0 0,-2 2 0,1 0-1,1 0-1,-1 0 0,0 1 1,1-1-1,0 0 0,0 1 1,0-1-1,1 1 0,-1-1 1,1 1-1,0 5 1,11 51 113,-7-48-476,-1 0-1,-1-1 1,1 15-1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4:13:13.257"/>
    </inkml:context>
    <inkml:brush xml:id="br0">
      <inkml:brushProperty name="width" value="0.2" units="cm"/>
      <inkml:brushProperty name="height" value="0.2" units="cm"/>
      <inkml:brushProperty name="color" value="#FFFFCC"/>
    </inkml:brush>
  </inkml:definitions>
  <inkml:trace contextRef="#ctx0" brushRef="#br0">0 1 24575,'0'0'-8191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4:13:34.412"/>
    </inkml:context>
    <inkml:brush xml:id="br0">
      <inkml:brushProperty name="width" value="0.2" units="cm"/>
      <inkml:brushProperty name="height" value="0.2" units="cm"/>
      <inkml:brushProperty name="color" value="#FFFFCC"/>
    </inkml:brush>
  </inkml:definitions>
  <inkml:trace contextRef="#ctx0" brushRef="#br0">25 118 24575,'0'146'0,"2"-208"0,-1 32 0,0 0 0,-6-48 0,-7 56 0,1-1 0,11 23 0,0-1 0,0 0 0,1 0 0,-1 1 0,0-1 0,1 0 0,-1 1 0,0-1 0,1 0 0,-1 1 0,1-1 0,-1 1 0,1-1 0,-1 0 0,1 1 0,0 0 0,-1-1 0,1 1 0,0-1 0,-1 1 0,1 0 0,0-1 0,-1 1 0,1 0 0,0-1 0,0 1 0,-1 0 0,1 0 0,0 0 0,0 0 0,-1 0 0,1 0 0,1 0 0,31-3 0,1 1 0,57 5 0,-13-1 0,-31-3 0,-22 0 0,1 1 0,44 6 0,-69-6 0,-1 0 0,1 0 0,-1 0 0,1 0 0,-1 1 0,1-1 0,-1 0 0,1 0 0,-1 1 0,0-1 0,1 0 0,-1 1 0,1-1 0,-1 1 0,0-1 0,0 0 0,1 1 0,-1-1 0,0 1 0,1-1 0,-1 1 0,0-1 0,0 1 0,0-1 0,0 1 0,0-1 0,1 1 0,-1-1 0,0 1 0,0-1 0,0 1 0,0-1 0,0 1 0,-1-1 0,1 1 0,0-1 0,0 1 0,0-1 0,0 1 0,-1-1 0,1 1 0,0-1 0,0 1 0,-1-1 0,1 1 0,-1 0 0,-18 30 0,11-19 0,2 1 0,2-1 0,0 1 0,0 1 0,1-1 0,1 0 0,0 1 0,0 26 0,1-16 0,1-21 0,0 0 0,0-1 0,-1 1 0,1 0 0,-1-1 0,0 1 0,0-1 0,0 1 0,0-1 0,0 1 0,0-1 0,-1 0 0,1 0 0,-1 1 0,0-1 0,1 0 0,-1 0 0,0-1 0,0 1 0,0 0 0,0-1 0,-1 1 0,1-1 0,0 1 0,-1-1 0,-2 1 0,0-1 0,1 0 0,-1 0 0,0 0 0,0 0 0,1-1 0,-1 0 0,0 0 0,0 0 0,0-1 0,1 1 0,-1-1 0,0 0 0,1-1 0,-6-1 0,4 1 0,0-1 0,0-1 0,1 1 0,-1-1 0,1 0 0,-10-8 0,13 10 0,0 1 0,0-1 0,1 0 0,-1 0 0,1 0 0,-1 0 0,1 0 0,0 0 0,-1 0 0,1 0 0,1 0 0,-1-1 0,0 1 0,0 0 0,1-1 0,-1 1 0,1-1 0,0 1 0,0 0 0,0-1 0,0-3 0,1 5 0,-1 0 0,1 0 0,0 0 0,-1 0 0,1 0 0,0 0 0,0 1 0,0-1 0,0 0 0,-1 0 0,1 0 0,0 1 0,1-1 0,-1 1 0,0-1 0,0 1 0,0-1 0,0 1 0,0 0 0,0-1 0,1 1 0,-1 0 0,0 0 0,0 0 0,1 0 0,0 0 0,41 1 0,-31 0 0,1-1 0,0 0 0,-1-1 0,1-1 0,0 0 0,-1 0 0,1-1 0,-1-1 0,0 0 0,0-1 0,12-6 0,-14 6 0,1 1 0,-1 1 0,1-1 0,0 2 0,0 0 0,22-2 0,-4 4 0,42 3 0,-69-3 0,0 0 0,-1 0 0,1 0 0,0 0 0,0 1 0,0-1 0,-1 1 0,1-1 0,0 1 0,0 0 0,-1 0 0,1-1 0,-1 1 0,1 0 0,-1 0 0,1 1 0,-1-1 0,1 0 0,-1 0 0,0 1 0,0-1 0,0 1 0,0-1 0,0 1 0,2 2 0,-2 2 0,0-1 0,0 1 0,0-1 0,-1 1 0,1-1 0,-2 11 0,0-10 0,1 1 0,0-1 0,1 0 0,-1 0 0,1 0 0,2 8 0,-2-12 0,0 0 0,0-1 0,0 1 0,0 0 0,0-1 0,0 1 0,0 0 0,1-1 0,-1 1 0,0-1 0,1 0 0,0 1 0,-1-1 0,1 0 0,0 0 0,-1 0 0,1 0 0,0-1 0,0 1 0,0 0 0,0-1 0,0 1 0,4 0 0,54 6 0,1-2 0,73-3 0,-95-2 0,-33 1 0,0-1 0,0 0 0,-1 0 0,1-1 0,0 0 0,0 0 0,-1 0 0,1 0 0,-1-1 0,1 0 0,-1 0 0,0-1 0,0 0 0,0 1 0,0-2 0,0 1 0,0 0 0,6-8 0,21-15 0,-25 21 0,0 0 0,0-1 0,0 0 0,-1 0 0,0 0 0,9-14 0,-10 12 0,0 1 0,0-1 0,-1 1 0,0-1 0,-1 1 0,1-1 0,1-9 0,-5 16 0,1 0 0,-1-1 0,0 1 0,0 0 0,0 0 0,0-1 0,0 1 0,0 0 0,0 0 0,-1-1 0,1 1 0,0 0 0,-1 0 0,1-1 0,-1 1 0,1 0 0,-1 0 0,-1-2 0,0 1 0,1 1 0,-1 0 0,0 0 0,0 0 0,0 0 0,0 0 0,1 0 0,-1 0 0,0 0 0,0 1 0,-1-1 0,1 1 0,0-1 0,0 1 0,-3 0 0,-11-2 0,0 1 0,0 1 0,0 0 0,0 1 0,0 1 0,0 1 0,0 0 0,0 1 0,1 0 0,-16 7 0,24-7 0,-1-1 0,1 0 0,-1-1 0,1 0 0,-1 0 0,0 0 0,0-1 0,0 0 0,0-1 0,0 0 0,0 0 0,-11-2 0,12-3 90,15 0-1545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4:13:43.235"/>
    </inkml:context>
    <inkml:brush xml:id="br0">
      <inkml:brushProperty name="width" value="0.2" units="cm"/>
      <inkml:brushProperty name="height" value="0.2" units="cm"/>
      <inkml:brushProperty name="color" value="#FFFFCC"/>
    </inkml:brush>
  </inkml:definitions>
  <inkml:trace contextRef="#ctx0" brushRef="#br0">222 0 24575,'2'40'0,"-1"-28"0,0 0 0,-1 1 0,0-1 0,-1 0 0,0 0 0,-4 13 0,5-24 0,-1 0 0,1 0 0,-1 0 0,0 0 0,1 0 0,-1 0 0,0 0 0,0 0 0,0 0 0,0 0 0,0 0 0,0-1 0,0 1 0,0 0 0,0-1 0,0 1 0,0-1 0,0 1 0,0-1 0,0 0 0,-1 1 0,1-1 0,0 0 0,0 0 0,-1 0 0,1 1 0,0-1 0,0-1 0,0 1 0,-1 0 0,1 0 0,-1-1 0,-50-14 0,23 6 0,1 8 0,-19-3 0,46 4 0,-1 0 0,1-1 0,-1 1 0,1-1 0,-1 1 0,1-1 0,-1 0 0,1 1 0,0-1 0,-1 0 0,1 0 0,0 0 0,0 0 0,-1 0 0,1 0 0,0-1 0,0 1 0,0 0 0,0 0 0,1-1 0,-1 1 0,-1-3 0,2-7-1365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4ED75-A530-4EE3-958A-0C950DDAD7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8E43FE-0AA9-7B5B-8404-EDB3659E02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8E5689-E4FF-81B6-47E9-766877DBA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221E8-6B03-4BC9-AF20-92ED56DF896F}" type="datetimeFigureOut">
              <a:rPr lang="en-IN" smtClean="0"/>
              <a:t>27-05-2025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47BCF9-83DE-1191-2C5D-1D87CE0DE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0E4B75-4E6C-313B-EF9D-E6CEBD874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9CB2E-77B5-40E9-90AC-EF9F254858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6384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DA473-BC94-6696-0C1E-98C357988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D3B53-DC3E-7F31-6833-1C8709B6F4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EBF770-71D9-2C45-7BA5-78E0ACDC2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221E8-6B03-4BC9-AF20-92ED56DF896F}" type="datetimeFigureOut">
              <a:rPr lang="en-IN" smtClean="0"/>
              <a:t>27-05-2025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D6EA2-C787-9AF7-B258-41D8C57F0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4F9B7-78A6-7256-BC4F-82BB97416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9CB2E-77B5-40E9-90AC-EF9F254858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2494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94BBB-A893-9FF4-8A89-4C0A55302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8915BD-87DA-F6D0-6DCC-71A4FF7E16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48FEFD-9934-4F4C-49B6-1EAE2C21D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221E8-6B03-4BC9-AF20-92ED56DF896F}" type="datetimeFigureOut">
              <a:rPr lang="en-IN" smtClean="0"/>
              <a:t>27-05-2025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85B6FA-87F9-A605-CE2A-31FE2CB64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D7442F-0C04-668E-BBF8-57CFF74CD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9CB2E-77B5-40E9-90AC-EF9F254858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9809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EBCB6-1D9D-E770-AB6A-000CEB127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A52DAD-0668-BF89-45C0-29F4990758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1CA682-3B38-1A31-DD33-7A0A37560C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06CF79-EB0D-A8AA-1792-30D8A0496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221E8-6B03-4BC9-AF20-92ED56DF896F}" type="datetimeFigureOut">
              <a:rPr lang="en-IN" smtClean="0"/>
              <a:t>27-05-2025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0F365B-BD4A-F898-2169-9720B6D9F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B2C3C2-593B-F7A2-D6CC-40E3597F7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9CB2E-77B5-40E9-90AC-EF9F254858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9315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7955A-44BD-B367-2B67-2AFFFFDBD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2029A3-897B-0549-C179-29AA299711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3BA775-5E8C-D951-F763-C9B2280A4B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A4552E-C0E1-CE57-E0CD-69ADC89DA5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78D0F7-F8BE-D6FF-E158-364501D029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104494-A82F-BE4F-798B-EF1C413EA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221E8-6B03-4BC9-AF20-92ED56DF896F}" type="datetimeFigureOut">
              <a:rPr lang="en-IN" smtClean="0"/>
              <a:t>27-05-2025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4A4005-F5DC-15C4-3F15-C3145F2E2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64A802-4B2A-9A76-1DCA-97E540D22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9CB2E-77B5-40E9-90AC-EF9F254858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09858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46F92-6262-001F-5A50-8B9BE9426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FD30F9-E5CB-3F75-4C7D-4358972AE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221E8-6B03-4BC9-AF20-92ED56DF896F}" type="datetimeFigureOut">
              <a:rPr lang="en-IN" smtClean="0"/>
              <a:t>27-05-2025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AFCBB6-F7A6-97EF-8EE6-58543821D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F2FC9E-695E-A45F-7457-D52C63ABA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9CB2E-77B5-40E9-90AC-EF9F254858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1566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87CFAE-2E4D-E717-C955-AD016E80C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221E8-6B03-4BC9-AF20-92ED56DF896F}" type="datetimeFigureOut">
              <a:rPr lang="en-IN" smtClean="0"/>
              <a:t>27-05-2025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5A7E1D-494F-8746-3D14-03CDC073A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6009E7-D1C4-CA41-AC40-B59451DF1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9CB2E-77B5-40E9-90AC-EF9F254858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2242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BA4B6-FE19-D408-48C3-6C10AEEAD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4993C1-6022-143B-6DA5-8C7E26A9FE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E3F26C-0740-04DB-165E-634BEC4568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26D049-477C-D2B1-F07A-80915E376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221E8-6B03-4BC9-AF20-92ED56DF896F}" type="datetimeFigureOut">
              <a:rPr lang="en-IN" smtClean="0"/>
              <a:t>27-05-2025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4E84F1-1FDC-11FB-4F7F-83A813F25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EB5A79-C882-8BB6-58AB-88BED5876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9CB2E-77B5-40E9-90AC-EF9F254858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5320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38EDF-15D2-5F0E-7D0D-C0DFBC644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29D45F-99E8-0DF7-3468-2F155C372C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7DF47C-F4F7-020B-CC3E-128CFEBAF9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8A0ADA-D5C9-0E67-CCED-67AFBC4BB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221E8-6B03-4BC9-AF20-92ED56DF896F}" type="datetimeFigureOut">
              <a:rPr lang="en-IN" smtClean="0"/>
              <a:t>27-05-2025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1FE15D-19F8-BE8D-87A9-CF312B433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EE9941-A315-BFCC-844F-FA2F20A6D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9CB2E-77B5-40E9-90AC-EF9F254858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3986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3079A-1595-199B-9E8E-A259E177F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4ED22D-8D9C-89E3-6366-10DFBB6568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CD991A-CEFA-5B9D-9CA8-70024F589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221E8-6B03-4BC9-AF20-92ED56DF896F}" type="datetimeFigureOut">
              <a:rPr lang="en-IN" smtClean="0"/>
              <a:t>27-05-2025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1047CA-7CA6-6297-B8BD-84BDE5661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C17A15-C367-65D1-4EFC-6444CA4DE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9CB2E-77B5-40E9-90AC-EF9F254858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67964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1A500C-A5F0-5147-FBDD-E047594395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3B71FE-6F47-E643-3E4F-8D4A6C4102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46DBA5-415A-E2B9-94AB-279659486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221E8-6B03-4BC9-AF20-92ED56DF896F}" type="datetimeFigureOut">
              <a:rPr lang="en-IN" smtClean="0"/>
              <a:t>27-05-2025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3F3CC9-B635-E6F4-6A27-BF00EB5E7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08022F-F400-6028-E553-392C2816C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9CB2E-77B5-40E9-90AC-EF9F254858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7455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1AA9DE-5DFD-AD32-E93F-33D272027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7A2D61-3FC1-892F-45FE-1FEB439E63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AF0577-DDCB-7E46-4F8A-70753AEECB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8221E8-6B03-4BC9-AF20-92ED56DF896F}" type="datetimeFigureOut">
              <a:rPr lang="en-IN" smtClean="0"/>
              <a:t>27-05-2025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8A4D5B-372B-586A-5FF5-920026A119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CE0306-573F-304B-310B-146BD11F7A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F9CB2E-77B5-40E9-90AC-EF9F254858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3499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.xml"/><Relationship Id="rId11" Type="http://schemas.openxmlformats.org/officeDocument/2006/relationships/image" Target="../media/image6.png"/><Relationship Id="rId5" Type="http://schemas.openxmlformats.org/officeDocument/2006/relationships/image" Target="../media/image4.png"/><Relationship Id="rId10" Type="http://schemas.openxmlformats.org/officeDocument/2006/relationships/customXml" Target="../ink/ink5.xml"/><Relationship Id="rId4" Type="http://schemas.openxmlformats.org/officeDocument/2006/relationships/customXml" Target="../ink/ink1.xml"/><Relationship Id="rId9" Type="http://schemas.openxmlformats.org/officeDocument/2006/relationships/customXml" Target="../ink/ink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8.xml"/><Relationship Id="rId13" Type="http://schemas.openxmlformats.org/officeDocument/2006/relationships/customXml" Target="../ink/ink11.xml"/><Relationship Id="rId18" Type="http://schemas.openxmlformats.org/officeDocument/2006/relationships/customXml" Target="../ink/ink14.xml"/><Relationship Id="rId26" Type="http://schemas.openxmlformats.org/officeDocument/2006/relationships/customXml" Target="../ink/ink21.xml"/><Relationship Id="rId3" Type="http://schemas.openxmlformats.org/officeDocument/2006/relationships/image" Target="../media/image9.png"/><Relationship Id="rId21" Type="http://schemas.openxmlformats.org/officeDocument/2006/relationships/customXml" Target="../ink/ink17.xml"/><Relationship Id="rId7" Type="http://schemas.openxmlformats.org/officeDocument/2006/relationships/image" Target="../media/image11.png"/><Relationship Id="rId12" Type="http://schemas.openxmlformats.org/officeDocument/2006/relationships/image" Target="../media/image13.png"/><Relationship Id="rId17" Type="http://schemas.openxmlformats.org/officeDocument/2006/relationships/image" Target="../media/image15.png"/><Relationship Id="rId25" Type="http://schemas.openxmlformats.org/officeDocument/2006/relationships/customXml" Target="../ink/ink20.xml"/><Relationship Id="rId2" Type="http://schemas.openxmlformats.org/officeDocument/2006/relationships/image" Target="../media/image2.png"/><Relationship Id="rId16" Type="http://schemas.openxmlformats.org/officeDocument/2006/relationships/customXml" Target="../ink/ink13.xml"/><Relationship Id="rId20" Type="http://schemas.openxmlformats.org/officeDocument/2006/relationships/customXml" Target="../ink/ink1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7.xml"/><Relationship Id="rId11" Type="http://schemas.openxmlformats.org/officeDocument/2006/relationships/customXml" Target="../ink/ink10.xml"/><Relationship Id="rId24" Type="http://schemas.openxmlformats.org/officeDocument/2006/relationships/customXml" Target="../ink/ink19.xml"/><Relationship Id="rId5" Type="http://schemas.openxmlformats.org/officeDocument/2006/relationships/image" Target="../media/image10.png"/><Relationship Id="rId15" Type="http://schemas.openxmlformats.org/officeDocument/2006/relationships/image" Target="../media/image14.png"/><Relationship Id="rId23" Type="http://schemas.openxmlformats.org/officeDocument/2006/relationships/image" Target="../media/image16.png"/><Relationship Id="rId28" Type="http://schemas.openxmlformats.org/officeDocument/2006/relationships/image" Target="../media/image17.png"/><Relationship Id="rId10" Type="http://schemas.openxmlformats.org/officeDocument/2006/relationships/image" Target="../media/image12.png"/><Relationship Id="rId19" Type="http://schemas.openxmlformats.org/officeDocument/2006/relationships/customXml" Target="../ink/ink15.xml"/><Relationship Id="rId4" Type="http://schemas.openxmlformats.org/officeDocument/2006/relationships/customXml" Target="../ink/ink6.xml"/><Relationship Id="rId9" Type="http://schemas.openxmlformats.org/officeDocument/2006/relationships/customXml" Target="../ink/ink9.xml"/><Relationship Id="rId14" Type="http://schemas.openxmlformats.org/officeDocument/2006/relationships/customXml" Target="../ink/ink12.xml"/><Relationship Id="rId22" Type="http://schemas.openxmlformats.org/officeDocument/2006/relationships/customXml" Target="../ink/ink18.xml"/><Relationship Id="rId27" Type="http://schemas.openxmlformats.org/officeDocument/2006/relationships/customXml" Target="../ink/ink2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25.xml"/><Relationship Id="rId3" Type="http://schemas.openxmlformats.org/officeDocument/2006/relationships/image" Target="../media/image19.png"/><Relationship Id="rId7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4.xml"/><Relationship Id="rId5" Type="http://schemas.openxmlformats.org/officeDocument/2006/relationships/image" Target="../media/image5.png"/><Relationship Id="rId4" Type="http://schemas.openxmlformats.org/officeDocument/2006/relationships/customXml" Target="../ink/ink23.xml"/><Relationship Id="rId9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3064E2B-6339-F9BD-6E41-B35DFAFFE284}"/>
              </a:ext>
            </a:extLst>
          </p:cNvPr>
          <p:cNvSpPr txBox="1">
            <a:spLocks/>
          </p:cNvSpPr>
          <p:nvPr/>
        </p:nvSpPr>
        <p:spPr>
          <a:xfrm>
            <a:off x="1524000" y="1531013"/>
            <a:ext cx="9144000" cy="179089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Project (AI101B)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 Semester</a:t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2024-25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D0AD6B-0E4E-F6E6-8506-77DA6D3F3B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439"/>
            <a:ext cx="12192000" cy="1384490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C63DA039-4766-808F-CFAF-83C449E9ABBD}"/>
              </a:ext>
            </a:extLst>
          </p:cNvPr>
          <p:cNvSpPr txBox="1">
            <a:spLocks/>
          </p:cNvSpPr>
          <p:nvPr/>
        </p:nvSpPr>
        <p:spPr>
          <a:xfrm>
            <a:off x="1524000" y="3657600"/>
            <a:ext cx="9144000" cy="1976438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Detection In Images</a:t>
            </a:r>
          </a:p>
          <a:p>
            <a:endParaRPr lang="en-US" sz="3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Ansh Mishra (202410116100030)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Abhishek Sharma(202410116100009)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Ankit Sisodia (202410116100029)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Ashutosh Singh(202410116100043)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6B45F6B9-839D-59B7-88BB-A294E2621631}"/>
              </a:ext>
            </a:extLst>
          </p:cNvPr>
          <p:cNvSpPr txBox="1">
            <a:spLocks/>
          </p:cNvSpPr>
          <p:nvPr/>
        </p:nvSpPr>
        <p:spPr>
          <a:xfrm>
            <a:off x="9156700" y="5634038"/>
            <a:ext cx="3035300" cy="122396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IN" b="1" u="sng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Supervisor:</a:t>
            </a:r>
          </a:p>
          <a:p>
            <a:pPr algn="just"/>
            <a:r>
              <a:rPr lang="en-I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Mr.Apoorv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Jain</a:t>
            </a:r>
          </a:p>
          <a:p>
            <a:pPr algn="just"/>
            <a:r>
              <a:rPr lang="en-I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Asst.Professor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b="1" u="sng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31724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0E833F7-5A7D-1CE3-FF6D-856D19D391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0299" y="0"/>
            <a:ext cx="1031701" cy="94389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B7FB8CC-CDFD-E243-3C97-1E1420F4BC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5AA4BC2-AEB1-4EB3-2601-5DD141D11479}"/>
                  </a:ext>
                </a:extLst>
              </p14:cNvPr>
              <p14:cNvContentPartPr/>
              <p14:nvPr/>
            </p14:nvContentPartPr>
            <p14:xfrm>
              <a:off x="5322320" y="5679240"/>
              <a:ext cx="11880" cy="320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5AA4BC2-AEB1-4EB3-2601-5DD141D1147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86680" y="5643240"/>
                <a:ext cx="83520" cy="103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674810F3-9B26-7E71-321D-89337E8F25B0}"/>
              </a:ext>
            </a:extLst>
          </p:cNvPr>
          <p:cNvGrpSpPr/>
          <p:nvPr/>
        </p:nvGrpSpPr>
        <p:grpSpPr>
          <a:xfrm>
            <a:off x="5252480" y="5699760"/>
            <a:ext cx="91800" cy="61200"/>
            <a:chOff x="5252480" y="5699760"/>
            <a:chExt cx="91800" cy="61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C7A061DE-489C-EB02-05F0-F364A2078E94}"/>
                    </a:ext>
                  </a:extLst>
                </p14:cNvPr>
                <p14:cNvContentPartPr/>
                <p14:nvPr/>
              </p14:nvContentPartPr>
              <p14:xfrm>
                <a:off x="5343920" y="5760600"/>
                <a:ext cx="360" cy="3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C7A061DE-489C-EB02-05F0-F364A2078E9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307920" y="5724600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BD436AF-7445-C87C-3418-7DD3C20CA195}"/>
                    </a:ext>
                  </a:extLst>
                </p14:cNvPr>
                <p14:cNvContentPartPr/>
                <p14:nvPr/>
              </p14:nvContentPartPr>
              <p14:xfrm>
                <a:off x="5343920" y="5755560"/>
                <a:ext cx="360" cy="3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BD436AF-7445-C87C-3418-7DD3C20CA19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307920" y="5719560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DD1138F-71B5-BD98-0730-EA8FDF8556EA}"/>
                    </a:ext>
                  </a:extLst>
                </p14:cNvPr>
                <p14:cNvContentPartPr/>
                <p14:nvPr/>
              </p14:nvContentPartPr>
              <p14:xfrm>
                <a:off x="5343920" y="5755560"/>
                <a:ext cx="360" cy="3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DD1138F-71B5-BD98-0730-EA8FDF8556E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307920" y="5719560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AD253D4-7FE5-DCCB-14F3-20BBEC6CA656}"/>
                    </a:ext>
                  </a:extLst>
                </p14:cNvPr>
                <p14:cNvContentPartPr/>
                <p14:nvPr/>
              </p14:nvContentPartPr>
              <p14:xfrm>
                <a:off x="5252480" y="5699760"/>
                <a:ext cx="360" cy="316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AD253D4-7FE5-DCCB-14F3-20BBEC6CA65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216480" y="5663760"/>
                  <a:ext cx="72000" cy="103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7603820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5FDFE57-C802-DC33-F0D7-6A81D05365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0299" y="0"/>
            <a:ext cx="1031701" cy="9438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6A44BA8-909E-E365-D1C5-9DAB7C6884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0416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E968D0F-3160-81D6-C27F-7AF3AFAE43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0299" y="0"/>
            <a:ext cx="1031701" cy="9438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D211DFE-99DE-67A4-10D0-DFDBE61ED7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0929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C7947F9-C937-1985-CADF-25AD11AE66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0299" y="0"/>
            <a:ext cx="1031701" cy="9438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4A3B895-BDC3-BDB4-EEAD-38FC58D26B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615D2D1-3077-E356-E218-54B779B7FAD9}"/>
                  </a:ext>
                </a:extLst>
              </p14:cNvPr>
              <p14:cNvContentPartPr/>
              <p14:nvPr/>
            </p14:nvContentPartPr>
            <p14:xfrm>
              <a:off x="3882210" y="2815260"/>
              <a:ext cx="360" cy="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615D2D1-3077-E356-E218-54B779B7FAD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73570" y="280662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42CD9506-83F4-5933-28C2-4A1CDC8ED874}"/>
                  </a:ext>
                </a:extLst>
              </p14:cNvPr>
              <p14:cNvContentPartPr/>
              <p14:nvPr/>
            </p14:nvContentPartPr>
            <p14:xfrm>
              <a:off x="5604090" y="4185420"/>
              <a:ext cx="66240" cy="1227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42CD9506-83F4-5933-28C2-4A1CDC8ED87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595450" y="4176420"/>
                <a:ext cx="83880" cy="1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F9A5690-AC7C-C1B2-BD97-65C21EA62924}"/>
                  </a:ext>
                </a:extLst>
              </p14:cNvPr>
              <p14:cNvContentPartPr/>
              <p14:nvPr/>
            </p14:nvContentPartPr>
            <p14:xfrm>
              <a:off x="5562330" y="4339500"/>
              <a:ext cx="360" cy="3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F9A5690-AC7C-C1B2-BD97-65C21EA6292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553690" y="433050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EECE2F51-BBB4-6D8A-F863-DB1B569A622E}"/>
                  </a:ext>
                </a:extLst>
              </p14:cNvPr>
              <p14:cNvContentPartPr/>
              <p14:nvPr/>
            </p14:nvContentPartPr>
            <p14:xfrm>
              <a:off x="5589330" y="4109820"/>
              <a:ext cx="90720" cy="19800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EECE2F51-BBB4-6D8A-F863-DB1B569A622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580330" y="4101180"/>
                <a:ext cx="108360" cy="21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279E9C57-6DCB-7A74-E7D7-301CDF631739}"/>
                  </a:ext>
                </a:extLst>
              </p14:cNvPr>
              <p14:cNvContentPartPr/>
              <p14:nvPr/>
            </p14:nvContentPartPr>
            <p14:xfrm>
              <a:off x="5523810" y="4439940"/>
              <a:ext cx="51840" cy="11628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279E9C57-6DCB-7A74-E7D7-301CDF63173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515170" y="4431300"/>
                <a:ext cx="69480" cy="13392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593E3312-6704-FC22-1B77-5B2D9AF2BA2C}"/>
              </a:ext>
            </a:extLst>
          </p:cNvPr>
          <p:cNvGrpSpPr/>
          <p:nvPr/>
        </p:nvGrpSpPr>
        <p:grpSpPr>
          <a:xfrm>
            <a:off x="5452170" y="4444620"/>
            <a:ext cx="175320" cy="184680"/>
            <a:chOff x="5452170" y="4444620"/>
            <a:chExt cx="175320" cy="184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79A4319-37D9-874E-ABF0-7B8BAA216BCF}"/>
                    </a:ext>
                  </a:extLst>
                </p14:cNvPr>
                <p14:cNvContentPartPr/>
                <p14:nvPr/>
              </p14:nvContentPartPr>
              <p14:xfrm>
                <a:off x="5543610" y="4495740"/>
                <a:ext cx="360" cy="39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79A4319-37D9-874E-ABF0-7B8BAA216BC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534610" y="4486740"/>
                  <a:ext cx="180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6F43940-2289-587E-FCBF-4ECBFA457B00}"/>
                    </a:ext>
                  </a:extLst>
                </p14:cNvPr>
                <p14:cNvContentPartPr/>
                <p14:nvPr/>
              </p14:nvContentPartPr>
              <p14:xfrm>
                <a:off x="5543610" y="4506900"/>
                <a:ext cx="360" cy="482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6F43940-2289-587E-FCBF-4ECBFA457B0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534610" y="4498260"/>
                  <a:ext cx="1800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6F94008-4C00-47EB-E233-AE59FF4BDAFF}"/>
                    </a:ext>
                  </a:extLst>
                </p14:cNvPr>
                <p14:cNvContentPartPr/>
                <p14:nvPr/>
              </p14:nvContentPartPr>
              <p14:xfrm>
                <a:off x="5523090" y="4444620"/>
                <a:ext cx="104400" cy="1839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6F94008-4C00-47EB-E233-AE59FF4BDAF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514450" y="4435620"/>
                  <a:ext cx="12204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58B56E2-955D-EEEB-5071-221A0CE4FE92}"/>
                    </a:ext>
                  </a:extLst>
                </p14:cNvPr>
                <p14:cNvContentPartPr/>
                <p14:nvPr/>
              </p14:nvContentPartPr>
              <p14:xfrm>
                <a:off x="5543610" y="4537500"/>
                <a:ext cx="360" cy="3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58B56E2-955D-EEEB-5071-221A0CE4FE9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534610" y="452850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A4B5799-58F1-28B4-DE7A-AEF80F4D2E6F}"/>
                    </a:ext>
                  </a:extLst>
                </p14:cNvPr>
                <p14:cNvContentPartPr/>
                <p14:nvPr/>
              </p14:nvContentPartPr>
              <p14:xfrm>
                <a:off x="5577810" y="4495740"/>
                <a:ext cx="360" cy="3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A4B5799-58F1-28B4-DE7A-AEF80F4D2E6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568810" y="448674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4AF4D1D-D693-366E-1B0B-91EA9B75A0EE}"/>
                    </a:ext>
                  </a:extLst>
                </p14:cNvPr>
                <p14:cNvContentPartPr/>
                <p14:nvPr/>
              </p14:nvContentPartPr>
              <p14:xfrm>
                <a:off x="5562330" y="4457580"/>
                <a:ext cx="360" cy="3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4AF4D1D-D693-366E-1B0B-91EA9B75A0E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553690" y="444858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EACDB1B-4723-A7A4-27A2-0E5E9EBE0070}"/>
                    </a:ext>
                  </a:extLst>
                </p14:cNvPr>
                <p14:cNvContentPartPr/>
                <p14:nvPr/>
              </p14:nvContentPartPr>
              <p14:xfrm>
                <a:off x="5452170" y="4628940"/>
                <a:ext cx="360" cy="3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EACDB1B-4723-A7A4-27A2-0E5E9EBE007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443170" y="461994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E39A04B-426C-A7C8-816F-22C761B1FFF6}"/>
                    </a:ext>
                  </a:extLst>
                </p14:cNvPr>
                <p14:cNvContentPartPr/>
                <p14:nvPr/>
              </p14:nvContentPartPr>
              <p14:xfrm>
                <a:off x="5463330" y="4483140"/>
                <a:ext cx="111600" cy="1004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E39A04B-426C-A7C8-816F-22C761B1FFF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427690" y="4447500"/>
                  <a:ext cx="183240" cy="172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B4C9731-DC45-77FC-BA36-21A66F492D06}"/>
              </a:ext>
            </a:extLst>
          </p:cNvPr>
          <p:cNvGrpSpPr/>
          <p:nvPr/>
        </p:nvGrpSpPr>
        <p:grpSpPr>
          <a:xfrm>
            <a:off x="5570250" y="4159140"/>
            <a:ext cx="102960" cy="146520"/>
            <a:chOff x="5570250" y="4159140"/>
            <a:chExt cx="102960" cy="146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1D230BA-FB61-F87F-B878-85B8439277D0}"/>
                    </a:ext>
                  </a:extLst>
                </p14:cNvPr>
                <p14:cNvContentPartPr/>
                <p14:nvPr/>
              </p14:nvContentPartPr>
              <p14:xfrm>
                <a:off x="5570250" y="4179300"/>
                <a:ext cx="360" cy="3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1D230BA-FB61-F87F-B878-85B8439277D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561250" y="417066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D7CF5CC-9133-2C61-12D1-3E10729FEA11}"/>
                    </a:ext>
                  </a:extLst>
                </p14:cNvPr>
                <p14:cNvContentPartPr/>
                <p14:nvPr/>
              </p14:nvContentPartPr>
              <p14:xfrm>
                <a:off x="5638650" y="4244100"/>
                <a:ext cx="360" cy="3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D7CF5CC-9133-2C61-12D1-3E10729FEA1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630010" y="423546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5565BA5-7397-0245-081F-93FC220475C0}"/>
                    </a:ext>
                  </a:extLst>
                </p14:cNvPr>
                <p14:cNvContentPartPr/>
                <p14:nvPr/>
              </p14:nvContentPartPr>
              <p14:xfrm>
                <a:off x="5638650" y="4244100"/>
                <a:ext cx="360" cy="3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5565BA5-7397-0245-081F-93FC220475C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630010" y="423546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80F049B-65B4-4C20-178F-A54A560917C9}"/>
                    </a:ext>
                  </a:extLst>
                </p14:cNvPr>
                <p14:cNvContentPartPr/>
                <p14:nvPr/>
              </p14:nvContentPartPr>
              <p14:xfrm>
                <a:off x="5626770" y="4159140"/>
                <a:ext cx="46440" cy="1465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80F049B-65B4-4C20-178F-A54A560917C9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591130" y="4123140"/>
                  <a:ext cx="118080" cy="218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7742169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A83FBEB-0327-57F1-A68D-BB366FB138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262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4F9E44B-5D16-64E9-6505-F173D2CA7C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0299" y="0"/>
            <a:ext cx="1031701" cy="9438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1B5A719-5FCE-027E-984C-EE98D21521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1533A60-F577-43E2-B02D-B2A3D7FAE7C0}"/>
                  </a:ext>
                </a:extLst>
              </p14:cNvPr>
              <p14:cNvContentPartPr/>
              <p14:nvPr/>
            </p14:nvContentPartPr>
            <p14:xfrm>
              <a:off x="2387680" y="3855440"/>
              <a:ext cx="360" cy="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1533A60-F577-43E2-B02D-B2A3D7FAE7C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51680" y="3819800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38E58E9-A4FC-6ED6-0D16-9EAEF86915A6}"/>
                  </a:ext>
                </a:extLst>
              </p14:cNvPr>
              <p14:cNvContentPartPr/>
              <p14:nvPr/>
            </p14:nvContentPartPr>
            <p14:xfrm>
              <a:off x="2226400" y="3818360"/>
              <a:ext cx="443880" cy="1090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38E58E9-A4FC-6ED6-0D16-9EAEF86915A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190760" y="3782360"/>
                <a:ext cx="515520" cy="18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9B04E1E-FA41-22DF-AAAB-8E7262826F61}"/>
                  </a:ext>
                </a:extLst>
              </p14:cNvPr>
              <p14:cNvContentPartPr/>
              <p14:nvPr/>
            </p14:nvContentPartPr>
            <p14:xfrm>
              <a:off x="2500720" y="4104560"/>
              <a:ext cx="81720" cy="561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9B04E1E-FA41-22DF-AAAB-8E7262826F6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464720" y="4068560"/>
                <a:ext cx="153360" cy="127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889926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C3AC189-9B7A-C6CF-94F2-BCF679E6D3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0299" y="0"/>
            <a:ext cx="1031701" cy="9438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814DC4D-6D1B-C139-2372-3D86D4C79A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2810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E28779F-FA2B-52D2-8644-F930B69702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0299" y="0"/>
            <a:ext cx="1031701" cy="9438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53DFD13-1A49-BA94-F4E0-8AC218E18D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0727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763EF10-B939-C714-E16E-C4444F658A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0299" y="0"/>
            <a:ext cx="1031701" cy="9438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8E865A3-3928-7E2A-1EF6-3553C1409E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4221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6F5AF1-FC85-2FB6-60C2-5083CCA68A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4465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46</Words>
  <Application>Microsoft Office PowerPoint</Application>
  <PresentationFormat>Widescreen</PresentationFormat>
  <Paragraphs>13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Abhishek Sharma</dc:creator>
  <cp:lastModifiedBy>Abhishek Sharma</cp:lastModifiedBy>
  <cp:revision>4</cp:revision>
  <dcterms:created xsi:type="dcterms:W3CDTF">2025-04-03T19:04:24Z</dcterms:created>
  <dcterms:modified xsi:type="dcterms:W3CDTF">2025-05-27T04:13:46Z</dcterms:modified>
</cp:coreProperties>
</file>