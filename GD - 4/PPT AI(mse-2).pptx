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7" r:id="rId4"/>
    <p:sldId id="271" r:id="rId5"/>
    <p:sldId id="268" r:id="rId6"/>
    <p:sldId id="269" r:id="rId7"/>
    <p:sldId id="270" r:id="rId8"/>
    <p:sldId id="258" r:id="rId9"/>
    <p:sldId id="259" r:id="rId10"/>
    <p:sldId id="272" r:id="rId11"/>
    <p:sldId id="264" r:id="rId12"/>
    <p:sldId id="266" r:id="rId13"/>
    <p:sldId id="265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C7C9E2-4C3C-4F7C-8BC4-05D01AE48036}" v="47" dt="2025-05-27T05:01:35.13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260" y="6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IT RANJAN" userId="d397e01b74ac007f" providerId="LiveId" clId="{39C7C9E2-4C3C-4F7C-8BC4-05D01AE48036}"/>
    <pc:docChg chg="undo custSel addSld delSld modSld">
      <pc:chgData name="UDIT RANJAN" userId="d397e01b74ac007f" providerId="LiveId" clId="{39C7C9E2-4C3C-4F7C-8BC4-05D01AE48036}" dt="2025-05-27T05:01:57.867" v="1422" actId="20577"/>
      <pc:docMkLst>
        <pc:docMk/>
      </pc:docMkLst>
      <pc:sldChg chg="modSp mod">
        <pc:chgData name="UDIT RANJAN" userId="d397e01b74ac007f" providerId="LiveId" clId="{39C7C9E2-4C3C-4F7C-8BC4-05D01AE48036}" dt="2025-05-27T03:52:20.688" v="164" actId="20577"/>
        <pc:sldMkLst>
          <pc:docMk/>
          <pc:sldMk cId="0" sldId="256"/>
        </pc:sldMkLst>
        <pc:spChg chg="mod">
          <ac:chgData name="UDIT RANJAN" userId="d397e01b74ac007f" providerId="LiveId" clId="{39C7C9E2-4C3C-4F7C-8BC4-05D01AE48036}" dt="2025-05-27T03:49:41.990" v="7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UDIT RANJAN" userId="d397e01b74ac007f" providerId="LiveId" clId="{39C7C9E2-4C3C-4F7C-8BC4-05D01AE48036}" dt="2025-05-27T03:50:00.587" v="76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UDIT RANJAN" userId="d397e01b74ac007f" providerId="LiveId" clId="{39C7C9E2-4C3C-4F7C-8BC4-05D01AE48036}" dt="2025-05-27T03:52:20.688" v="164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UDIT RANJAN" userId="d397e01b74ac007f" providerId="LiveId" clId="{39C7C9E2-4C3C-4F7C-8BC4-05D01AE48036}" dt="2025-05-27T03:57:12.699" v="188" actId="12"/>
        <pc:sldMkLst>
          <pc:docMk/>
          <pc:sldMk cId="0" sldId="257"/>
        </pc:sldMkLst>
        <pc:spChg chg="mod">
          <ac:chgData name="UDIT RANJAN" userId="d397e01b74ac007f" providerId="LiveId" clId="{39C7C9E2-4C3C-4F7C-8BC4-05D01AE48036}" dt="2025-05-27T03:57:12.699" v="188" actId="12"/>
          <ac:spMkLst>
            <pc:docMk/>
            <pc:sldMk cId="0" sldId="257"/>
            <ac:spMk id="13" creationId="{797875F0-F4C2-46A7-8C76-F6A9E06C8DC5}"/>
          </ac:spMkLst>
        </pc:spChg>
      </pc:sldChg>
      <pc:sldChg chg="modSp mod">
        <pc:chgData name="UDIT RANJAN" userId="d397e01b74ac007f" providerId="LiveId" clId="{39C7C9E2-4C3C-4F7C-8BC4-05D01AE48036}" dt="2025-05-27T04:35:20.193" v="929" actId="12"/>
        <pc:sldMkLst>
          <pc:docMk/>
          <pc:sldMk cId="0" sldId="258"/>
        </pc:sldMkLst>
        <pc:spChg chg="mod">
          <ac:chgData name="UDIT RANJAN" userId="d397e01b74ac007f" providerId="LiveId" clId="{39C7C9E2-4C3C-4F7C-8BC4-05D01AE48036}" dt="2025-05-27T04:35:20.193" v="929" actId="12"/>
          <ac:spMkLst>
            <pc:docMk/>
            <pc:sldMk cId="0" sldId="258"/>
            <ac:spMk id="3" creationId="{340A9351-C2F7-4170-9DD6-61653C822998}"/>
          </ac:spMkLst>
        </pc:spChg>
      </pc:sldChg>
      <pc:sldChg chg="addSp delSp modSp mod">
        <pc:chgData name="UDIT RANJAN" userId="d397e01b74ac007f" providerId="LiveId" clId="{39C7C9E2-4C3C-4F7C-8BC4-05D01AE48036}" dt="2025-05-27T04:47:13.492" v="1124" actId="948"/>
        <pc:sldMkLst>
          <pc:docMk/>
          <pc:sldMk cId="0" sldId="259"/>
        </pc:sldMkLst>
        <pc:spChg chg="mod">
          <ac:chgData name="UDIT RANJAN" userId="d397e01b74ac007f" providerId="LiveId" clId="{39C7C9E2-4C3C-4F7C-8BC4-05D01AE48036}" dt="2025-05-27T04:36:03.655" v="964" actId="20577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UDIT RANJAN" userId="d397e01b74ac007f" providerId="LiveId" clId="{39C7C9E2-4C3C-4F7C-8BC4-05D01AE48036}" dt="2025-05-27T04:47:13.492" v="1124" actId="948"/>
          <ac:spMkLst>
            <pc:docMk/>
            <pc:sldMk cId="0" sldId="259"/>
            <ac:spMk id="4" creationId="{93B39F7C-42B3-6739-9F76-60D2C15227AA}"/>
          </ac:spMkLst>
        </pc:spChg>
        <pc:picChg chg="del">
          <ac:chgData name="UDIT RANJAN" userId="d397e01b74ac007f" providerId="LiveId" clId="{39C7C9E2-4C3C-4F7C-8BC4-05D01AE48036}" dt="2025-05-27T04:36:39.872" v="965" actId="478"/>
          <ac:picMkLst>
            <pc:docMk/>
            <pc:sldMk cId="0" sldId="259"/>
            <ac:picMk id="5" creationId="{BDFA9171-2008-4576-8351-FE55902174D4}"/>
          </ac:picMkLst>
        </pc:picChg>
      </pc:sldChg>
      <pc:sldChg chg="del">
        <pc:chgData name="UDIT RANJAN" userId="d397e01b74ac007f" providerId="LiveId" clId="{39C7C9E2-4C3C-4F7C-8BC4-05D01AE48036}" dt="2025-05-27T04:35:47.188" v="930" actId="2696"/>
        <pc:sldMkLst>
          <pc:docMk/>
          <pc:sldMk cId="0" sldId="260"/>
        </pc:sldMkLst>
      </pc:sldChg>
      <pc:sldChg chg="modSp mod">
        <pc:chgData name="UDIT RANJAN" userId="d397e01b74ac007f" providerId="LiveId" clId="{39C7C9E2-4C3C-4F7C-8BC4-05D01AE48036}" dt="2025-05-27T04:56:31.967" v="1268" actId="313"/>
        <pc:sldMkLst>
          <pc:docMk/>
          <pc:sldMk cId="0" sldId="264"/>
        </pc:sldMkLst>
        <pc:spChg chg="mod">
          <ac:chgData name="UDIT RANJAN" userId="d397e01b74ac007f" providerId="LiveId" clId="{39C7C9E2-4C3C-4F7C-8BC4-05D01AE48036}" dt="2025-05-27T04:56:31.967" v="1268" actId="313"/>
          <ac:spMkLst>
            <pc:docMk/>
            <pc:sldMk cId="0" sldId="264"/>
            <ac:spMk id="3" creationId="{0D67A858-7D7B-4CE6-9F56-8C423C1383CD}"/>
          </ac:spMkLst>
        </pc:spChg>
      </pc:sldChg>
      <pc:sldChg chg="addSp delSp modSp mod">
        <pc:chgData name="UDIT RANJAN" userId="d397e01b74ac007f" providerId="LiveId" clId="{39C7C9E2-4C3C-4F7C-8BC4-05D01AE48036}" dt="2025-05-27T05:01:57.867" v="1422" actId="20577"/>
        <pc:sldMkLst>
          <pc:docMk/>
          <pc:sldMk cId="2522484264" sldId="266"/>
        </pc:sldMkLst>
        <pc:spChg chg="mod">
          <ac:chgData name="UDIT RANJAN" userId="d397e01b74ac007f" providerId="LiveId" clId="{39C7C9E2-4C3C-4F7C-8BC4-05D01AE48036}" dt="2025-05-27T04:56:55.805" v="1294" actId="20577"/>
          <ac:spMkLst>
            <pc:docMk/>
            <pc:sldMk cId="2522484264" sldId="266"/>
            <ac:spMk id="2" creationId="{A8FC3F7C-D5EA-4934-850B-916BA1CE2F37}"/>
          </ac:spMkLst>
        </pc:spChg>
        <pc:spChg chg="add mod">
          <ac:chgData name="UDIT RANJAN" userId="d397e01b74ac007f" providerId="LiveId" clId="{39C7C9E2-4C3C-4F7C-8BC4-05D01AE48036}" dt="2025-05-27T05:01:57.867" v="1422" actId="20577"/>
          <ac:spMkLst>
            <pc:docMk/>
            <pc:sldMk cId="2522484264" sldId="266"/>
            <ac:spMk id="3" creationId="{2D27D6BD-34E8-7EA2-9E92-DC9CA9C6E915}"/>
          </ac:spMkLst>
        </pc:spChg>
        <pc:spChg chg="add">
          <ac:chgData name="UDIT RANJAN" userId="d397e01b74ac007f" providerId="LiveId" clId="{39C7C9E2-4C3C-4F7C-8BC4-05D01AE48036}" dt="2025-05-27T05:00:54.005" v="1312"/>
          <ac:spMkLst>
            <pc:docMk/>
            <pc:sldMk cId="2522484264" sldId="266"/>
            <ac:spMk id="4" creationId="{3A593BD1-724D-558E-A0D9-6B14A222059C}"/>
          </ac:spMkLst>
        </pc:spChg>
        <pc:spChg chg="del mod">
          <ac:chgData name="UDIT RANJAN" userId="d397e01b74ac007f" providerId="LiveId" clId="{39C7C9E2-4C3C-4F7C-8BC4-05D01AE48036}" dt="2025-05-27T04:59:06.695" v="1301"/>
          <ac:spMkLst>
            <pc:docMk/>
            <pc:sldMk cId="2522484264" sldId="266"/>
            <ac:spMk id="5" creationId="{4F7C9BA4-A5D6-49BB-A494-D24124F49D01}"/>
          </ac:spMkLst>
        </pc:spChg>
      </pc:sldChg>
      <pc:sldChg chg="addSp delSp modSp add mod">
        <pc:chgData name="UDIT RANJAN" userId="d397e01b74ac007f" providerId="LiveId" clId="{39C7C9E2-4C3C-4F7C-8BC4-05D01AE48036}" dt="2025-05-27T04:38:45.492" v="1026" actId="20577"/>
        <pc:sldMkLst>
          <pc:docMk/>
          <pc:sldMk cId="86079365" sldId="267"/>
        </pc:sldMkLst>
        <pc:spChg chg="del mod">
          <ac:chgData name="UDIT RANJAN" userId="d397e01b74ac007f" providerId="LiveId" clId="{39C7C9E2-4C3C-4F7C-8BC4-05D01AE48036}" dt="2025-05-27T04:16:19.591" v="614" actId="478"/>
          <ac:spMkLst>
            <pc:docMk/>
            <pc:sldMk cId="86079365" sldId="267"/>
            <ac:spMk id="2" creationId="{B94B72F0-7EB3-A394-ABD6-7A41EF3CE737}"/>
          </ac:spMkLst>
        </pc:spChg>
        <pc:spChg chg="add del mod">
          <ac:chgData name="UDIT RANJAN" userId="d397e01b74ac007f" providerId="LiveId" clId="{39C7C9E2-4C3C-4F7C-8BC4-05D01AE48036}" dt="2025-05-27T04:16:25.974" v="615" actId="478"/>
          <ac:spMkLst>
            <pc:docMk/>
            <pc:sldMk cId="86079365" sldId="267"/>
            <ac:spMk id="3" creationId="{B4033EEB-B19B-908F-C0E3-2A744515E845}"/>
          </ac:spMkLst>
        </pc:spChg>
        <pc:spChg chg="mod">
          <ac:chgData name="UDIT RANJAN" userId="d397e01b74ac007f" providerId="LiveId" clId="{39C7C9E2-4C3C-4F7C-8BC4-05D01AE48036}" dt="2025-05-27T04:38:45.492" v="1026" actId="20577"/>
          <ac:spMkLst>
            <pc:docMk/>
            <pc:sldMk cId="86079365" sldId="267"/>
            <ac:spMk id="5" creationId="{4AD30AE4-1C9D-4F26-8884-C30D15E187A7}"/>
          </ac:spMkLst>
        </pc:spChg>
        <pc:spChg chg="add mod">
          <ac:chgData name="UDIT RANJAN" userId="d397e01b74ac007f" providerId="LiveId" clId="{39C7C9E2-4C3C-4F7C-8BC4-05D01AE48036}" dt="2025-05-27T04:16:42.150" v="618" actId="122"/>
          <ac:spMkLst>
            <pc:docMk/>
            <pc:sldMk cId="86079365" sldId="267"/>
            <ac:spMk id="6" creationId="{10044C16-BD8D-F458-8100-BFC5C17B4813}"/>
          </ac:spMkLst>
        </pc:spChg>
      </pc:sldChg>
      <pc:sldChg chg="modSp add del mod">
        <pc:chgData name="UDIT RANJAN" userId="d397e01b74ac007f" providerId="LiveId" clId="{39C7C9E2-4C3C-4F7C-8BC4-05D01AE48036}" dt="2025-05-27T04:14:54.841" v="608" actId="2696"/>
        <pc:sldMkLst>
          <pc:docMk/>
          <pc:sldMk cId="4117151486" sldId="267"/>
        </pc:sldMkLst>
        <pc:spChg chg="mod">
          <ac:chgData name="UDIT RANJAN" userId="d397e01b74ac007f" providerId="LiveId" clId="{39C7C9E2-4C3C-4F7C-8BC4-05D01AE48036}" dt="2025-05-27T04:14:13.368" v="607" actId="14100"/>
          <ac:spMkLst>
            <pc:docMk/>
            <pc:sldMk cId="4117151486" sldId="267"/>
            <ac:spMk id="2" creationId="{B94B72F0-7EB3-A394-ABD6-7A41EF3CE737}"/>
          </ac:spMkLst>
        </pc:spChg>
        <pc:spChg chg="mod">
          <ac:chgData name="UDIT RANJAN" userId="d397e01b74ac007f" providerId="LiveId" clId="{39C7C9E2-4C3C-4F7C-8BC4-05D01AE48036}" dt="2025-05-27T04:13:43.283" v="603" actId="255"/>
          <ac:spMkLst>
            <pc:docMk/>
            <pc:sldMk cId="4117151486" sldId="267"/>
            <ac:spMk id="5" creationId="{4AD30AE4-1C9D-4F26-8884-C30D15E187A7}"/>
          </ac:spMkLst>
        </pc:spChg>
      </pc:sldChg>
      <pc:sldChg chg="add del">
        <pc:chgData name="UDIT RANJAN" userId="d397e01b74ac007f" providerId="LiveId" clId="{39C7C9E2-4C3C-4F7C-8BC4-05D01AE48036}" dt="2025-05-27T03:58:57.468" v="200"/>
        <pc:sldMkLst>
          <pc:docMk/>
          <pc:sldMk cId="1453747442" sldId="268"/>
        </pc:sldMkLst>
      </pc:sldChg>
      <pc:sldChg chg="modSp add mod">
        <pc:chgData name="UDIT RANJAN" userId="d397e01b74ac007f" providerId="LiveId" clId="{39C7C9E2-4C3C-4F7C-8BC4-05D01AE48036}" dt="2025-05-27T04:32:29.644" v="890" actId="2711"/>
        <pc:sldMkLst>
          <pc:docMk/>
          <pc:sldMk cId="2422080831" sldId="268"/>
        </pc:sldMkLst>
        <pc:spChg chg="mod">
          <ac:chgData name="UDIT RANJAN" userId="d397e01b74ac007f" providerId="LiveId" clId="{39C7C9E2-4C3C-4F7C-8BC4-05D01AE48036}" dt="2025-05-27T04:18:16.302" v="687" actId="20577"/>
          <ac:spMkLst>
            <pc:docMk/>
            <pc:sldMk cId="2422080831" sldId="268"/>
            <ac:spMk id="2" creationId="{FC6BFEE4-AC33-A8C8-310A-C37AB16D0016}"/>
          </ac:spMkLst>
        </pc:spChg>
        <pc:spChg chg="mod">
          <ac:chgData name="UDIT RANJAN" userId="d397e01b74ac007f" providerId="LiveId" clId="{39C7C9E2-4C3C-4F7C-8BC4-05D01AE48036}" dt="2025-05-27T04:32:29.644" v="890" actId="2711"/>
          <ac:spMkLst>
            <pc:docMk/>
            <pc:sldMk cId="2422080831" sldId="268"/>
            <ac:spMk id="3" creationId="{F21D631B-C7AF-11C5-7CA2-A142CAAAD62A}"/>
          </ac:spMkLst>
        </pc:spChg>
      </pc:sldChg>
      <pc:sldChg chg="modSp add mod">
        <pc:chgData name="UDIT RANJAN" userId="d397e01b74ac007f" providerId="LiveId" clId="{39C7C9E2-4C3C-4F7C-8BC4-05D01AE48036}" dt="2025-05-27T04:32:41.823" v="891" actId="2711"/>
        <pc:sldMkLst>
          <pc:docMk/>
          <pc:sldMk cId="2852021096" sldId="269"/>
        </pc:sldMkLst>
        <pc:spChg chg="mod">
          <ac:chgData name="UDIT RANJAN" userId="d397e01b74ac007f" providerId="LiveId" clId="{39C7C9E2-4C3C-4F7C-8BC4-05D01AE48036}" dt="2025-05-27T04:32:41.823" v="891" actId="2711"/>
          <ac:spMkLst>
            <pc:docMk/>
            <pc:sldMk cId="2852021096" sldId="269"/>
            <ac:spMk id="3" creationId="{21C66079-4DCD-9B7D-55E0-8A6E6D23120C}"/>
          </ac:spMkLst>
        </pc:spChg>
      </pc:sldChg>
      <pc:sldChg chg="modSp add mod">
        <pc:chgData name="UDIT RANJAN" userId="d397e01b74ac007f" providerId="LiveId" clId="{39C7C9E2-4C3C-4F7C-8BC4-05D01AE48036}" dt="2025-05-27T04:33:16.127" v="901" actId="1076"/>
        <pc:sldMkLst>
          <pc:docMk/>
          <pc:sldMk cId="2350713857" sldId="270"/>
        </pc:sldMkLst>
        <pc:spChg chg="mod">
          <ac:chgData name="UDIT RANJAN" userId="d397e01b74ac007f" providerId="LiveId" clId="{39C7C9E2-4C3C-4F7C-8BC4-05D01AE48036}" dt="2025-05-27T04:31:12.692" v="881" actId="20577"/>
          <ac:spMkLst>
            <pc:docMk/>
            <pc:sldMk cId="2350713857" sldId="270"/>
            <ac:spMk id="2" creationId="{C2350E36-168B-5CB0-A20C-E2AC163A2374}"/>
          </ac:spMkLst>
        </pc:spChg>
        <pc:spChg chg="mod">
          <ac:chgData name="UDIT RANJAN" userId="d397e01b74ac007f" providerId="LiveId" clId="{39C7C9E2-4C3C-4F7C-8BC4-05D01AE48036}" dt="2025-05-27T04:33:16.127" v="901" actId="1076"/>
          <ac:spMkLst>
            <pc:docMk/>
            <pc:sldMk cId="2350713857" sldId="270"/>
            <ac:spMk id="3" creationId="{DA4804FB-C6A0-FF3C-A34A-E853398D0D3C}"/>
          </ac:spMkLst>
        </pc:spChg>
      </pc:sldChg>
      <pc:sldChg chg="modSp add mod">
        <pc:chgData name="UDIT RANJAN" userId="d397e01b74ac007f" providerId="LiveId" clId="{39C7C9E2-4C3C-4F7C-8BC4-05D01AE48036}" dt="2025-05-27T04:42:51.043" v="1094" actId="5793"/>
        <pc:sldMkLst>
          <pc:docMk/>
          <pc:sldMk cId="122195476" sldId="271"/>
        </pc:sldMkLst>
        <pc:spChg chg="mod">
          <ac:chgData name="UDIT RANJAN" userId="d397e01b74ac007f" providerId="LiveId" clId="{39C7C9E2-4C3C-4F7C-8BC4-05D01AE48036}" dt="2025-05-27T04:41:20.621" v="1044" actId="20577"/>
          <ac:spMkLst>
            <pc:docMk/>
            <pc:sldMk cId="122195476" sldId="271"/>
            <ac:spMk id="2" creationId="{26EC6EF0-72B7-33F4-07B2-B2E5B42A532F}"/>
          </ac:spMkLst>
        </pc:spChg>
        <pc:spChg chg="mod">
          <ac:chgData name="UDIT RANJAN" userId="d397e01b74ac007f" providerId="LiveId" clId="{39C7C9E2-4C3C-4F7C-8BC4-05D01AE48036}" dt="2025-05-27T04:42:51.043" v="1094" actId="5793"/>
          <ac:spMkLst>
            <pc:docMk/>
            <pc:sldMk cId="122195476" sldId="271"/>
            <ac:spMk id="3" creationId="{84217AA4-6931-4AC8-8AD9-1862A04248CA}"/>
          </ac:spMkLst>
        </pc:spChg>
      </pc:sldChg>
      <pc:sldChg chg="modSp add mod">
        <pc:chgData name="UDIT RANJAN" userId="d397e01b74ac007f" providerId="LiveId" clId="{39C7C9E2-4C3C-4F7C-8BC4-05D01AE48036}" dt="2025-05-27T04:52:30.144" v="1260" actId="948"/>
        <pc:sldMkLst>
          <pc:docMk/>
          <pc:sldMk cId="1005502816" sldId="272"/>
        </pc:sldMkLst>
        <pc:spChg chg="mod">
          <ac:chgData name="UDIT RANJAN" userId="d397e01b74ac007f" providerId="LiveId" clId="{39C7C9E2-4C3C-4F7C-8BC4-05D01AE48036}" dt="2025-05-27T04:48:46.435" v="1179" actId="1076"/>
          <ac:spMkLst>
            <pc:docMk/>
            <pc:sldMk cId="1005502816" sldId="272"/>
            <ac:spMk id="2" creationId="{8675A5F0-BAEF-D1C2-79A9-7144796B8375}"/>
          </ac:spMkLst>
        </pc:spChg>
        <pc:spChg chg="mod">
          <ac:chgData name="UDIT RANJAN" userId="d397e01b74ac007f" providerId="LiveId" clId="{39C7C9E2-4C3C-4F7C-8BC4-05D01AE48036}" dt="2025-05-27T04:52:30.144" v="1260" actId="948"/>
          <ac:spMkLst>
            <pc:docMk/>
            <pc:sldMk cId="1005502816" sldId="272"/>
            <ac:spMk id="3" creationId="{811FB1D5-AABC-3E16-FE80-5C3F0937FA6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FE51C-DC11-4A0E-9818-BA1754353B20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F646E-1D04-4402-9F82-9ED4147C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266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AF646E-1D04-4402-9F82-9ED4147C1F2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693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726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8301" y="3037091"/>
            <a:ext cx="3501848" cy="7985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1250" y="2381123"/>
            <a:ext cx="3529076" cy="24527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257300"/>
          </a:xfrm>
          <a:custGeom>
            <a:avLst/>
            <a:gdLst/>
            <a:ahLst/>
            <a:cxnLst/>
            <a:rect l="l" t="t" r="r" b="b"/>
            <a:pathLst>
              <a:path w="12192000" h="1257300">
                <a:moveTo>
                  <a:pt x="12192000" y="0"/>
                </a:moveTo>
                <a:lnTo>
                  <a:pt x="0" y="0"/>
                </a:lnTo>
                <a:lnTo>
                  <a:pt x="0" y="1257300"/>
                </a:lnTo>
                <a:lnTo>
                  <a:pt x="12192000" y="12573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6C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1872" y="210502"/>
            <a:ext cx="10168254" cy="7172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71649"/>
            <a:ext cx="7295515" cy="1856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seaborn.pydata.org/" TargetMode="External"/><Relationship Id="rId3" Type="http://schemas.openxmlformats.org/officeDocument/2006/relationships/hyperlink" Target="https://scikit-learn.org/" TargetMode="External"/><Relationship Id="rId7" Type="http://schemas.openxmlformats.org/officeDocument/2006/relationships/hyperlink" Target="https://matplotlib.org/" TargetMode="External"/><Relationship Id="rId2" Type="http://schemas.openxmlformats.org/officeDocument/2006/relationships/hyperlink" Target="https://www.tensorflow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umpy.org/" TargetMode="External"/><Relationship Id="rId5" Type="http://schemas.openxmlformats.org/officeDocument/2006/relationships/hyperlink" Target="https://keras.io/" TargetMode="External"/><Relationship Id="rId4" Type="http://schemas.openxmlformats.org/officeDocument/2006/relationships/hyperlink" Target="https://pandas.pydata.org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6804" y="2158999"/>
            <a:ext cx="7439659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Artificial</a:t>
            </a:r>
            <a:r>
              <a:rPr spc="-175" dirty="0"/>
              <a:t> </a:t>
            </a:r>
            <a:r>
              <a:rPr dirty="0"/>
              <a:t>Intelligence</a:t>
            </a:r>
            <a:r>
              <a:rPr spc="-210" dirty="0"/>
              <a:t> </a:t>
            </a:r>
            <a:r>
              <a:rPr spc="-10" dirty="0"/>
              <a:t>(AI101B)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93518" y="2793502"/>
            <a:ext cx="7204963" cy="2545569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356360" marR="1442085" indent="5715" algn="ctr">
              <a:lnSpc>
                <a:spcPts val="3750"/>
              </a:lnSpc>
              <a:spcBef>
                <a:spcPts val="630"/>
              </a:spcBef>
            </a:pPr>
            <a:r>
              <a:rPr sz="3500" b="1" dirty="0">
                <a:latin typeface="Times New Roman"/>
                <a:cs typeface="Times New Roman"/>
              </a:rPr>
              <a:t>Even</a:t>
            </a:r>
            <a:r>
              <a:rPr sz="3500" b="1" spc="-40" dirty="0">
                <a:latin typeface="Times New Roman"/>
                <a:cs typeface="Times New Roman"/>
              </a:rPr>
              <a:t> </a:t>
            </a:r>
            <a:r>
              <a:rPr sz="3500" b="1" spc="-10" dirty="0">
                <a:latin typeface="Times New Roman"/>
                <a:cs typeface="Times New Roman"/>
              </a:rPr>
              <a:t>Semester </a:t>
            </a:r>
            <a:r>
              <a:rPr sz="3500" b="1" dirty="0">
                <a:latin typeface="Times New Roman"/>
                <a:cs typeface="Times New Roman"/>
              </a:rPr>
              <a:t>Session</a:t>
            </a:r>
            <a:r>
              <a:rPr sz="3500" b="1" spc="-100" dirty="0">
                <a:latin typeface="Times New Roman"/>
                <a:cs typeface="Times New Roman"/>
              </a:rPr>
              <a:t> </a:t>
            </a:r>
            <a:r>
              <a:rPr sz="3500" b="1" spc="-10" dirty="0">
                <a:latin typeface="Times New Roman"/>
                <a:cs typeface="Times New Roman"/>
              </a:rPr>
              <a:t>2024-</a:t>
            </a:r>
            <a:r>
              <a:rPr sz="3500" b="1" spc="-25" dirty="0">
                <a:latin typeface="Times New Roman"/>
                <a:cs typeface="Times New Roman"/>
              </a:rPr>
              <a:t>25</a:t>
            </a:r>
            <a:endParaRPr sz="35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lang="en-US" sz="3600" b="1" dirty="0">
                <a:latin typeface="Times New Roman"/>
                <a:cs typeface="Times New Roman"/>
              </a:rPr>
              <a:t>Breast Cancer Diagnosis Using ANN</a:t>
            </a:r>
            <a:endParaRPr sz="3600" dirty="0">
              <a:latin typeface="Times New Roman"/>
              <a:cs typeface="Times New Roman"/>
            </a:endParaRPr>
          </a:p>
          <a:p>
            <a:pPr marR="76200" algn="ctr">
              <a:lnSpc>
                <a:spcPct val="100000"/>
              </a:lnSpc>
              <a:spcBef>
                <a:spcPts val="560"/>
              </a:spcBef>
            </a:pPr>
            <a:r>
              <a:rPr sz="2000" b="1" dirty="0">
                <a:latin typeface="Times New Roman"/>
                <a:cs typeface="Times New Roman"/>
              </a:rPr>
              <a:t>Suchita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Singh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202410116100212</a:t>
            </a:r>
            <a:endParaRPr sz="2000" dirty="0">
              <a:latin typeface="Times New Roman"/>
              <a:cs typeface="Times New Roman"/>
            </a:endParaRPr>
          </a:p>
          <a:p>
            <a:pPr marR="80010" algn="ctr">
              <a:lnSpc>
                <a:spcPct val="100000"/>
              </a:lnSpc>
              <a:spcBef>
                <a:spcPts val="530"/>
              </a:spcBef>
            </a:pPr>
            <a:r>
              <a:rPr lang="en-US" sz="2000" b="1" dirty="0">
                <a:latin typeface="Times New Roman"/>
                <a:cs typeface="Times New Roman"/>
              </a:rPr>
              <a:t>    </a:t>
            </a:r>
            <a:r>
              <a:rPr sz="2000" b="1" dirty="0">
                <a:latin typeface="Times New Roman"/>
                <a:cs typeface="Times New Roman"/>
              </a:rPr>
              <a:t>Shyam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Sundar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202410116100207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0016" y="5339071"/>
            <a:ext cx="3447034" cy="76962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625"/>
              </a:spcBef>
            </a:pPr>
            <a:r>
              <a:rPr sz="2000" b="1" dirty="0">
                <a:latin typeface="Times New Roman"/>
                <a:cs typeface="Times New Roman"/>
              </a:rPr>
              <a:t>Udit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Ranjan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202410116100229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b="1" dirty="0">
                <a:latin typeface="Times New Roman"/>
                <a:cs typeface="Times New Roman"/>
              </a:rPr>
              <a:t>Shweta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Patel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202410116100206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1600" y="5535676"/>
            <a:ext cx="2590801" cy="1265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700"/>
              </a:lnSpc>
              <a:spcBef>
                <a:spcPts val="1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lang="en-US" sz="24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Supervisor: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         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Mr. Apoorv Jain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en-US" sz="2400" spc="-1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1147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(Assistant</a:t>
            </a:r>
            <a:r>
              <a:rPr sz="24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Professor)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067" y="0"/>
            <a:ext cx="12136932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D30AE4-1C9D-4F26-8884-C30D15E18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Feasibility Study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Project Scope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Project Objectives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Methodology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Project Outcomes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Hardware and Software Requirements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References </a:t>
            </a:r>
          </a:p>
          <a:p>
            <a:pPr marL="0" indent="0" algn="just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  <a:tabLst>
                <a:tab pos="457200" algn="l"/>
              </a:tabLst>
            </a:pPr>
            <a:endParaRPr lang="en-IN" sz="25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  <a:tabLst>
                <a:tab pos="457200" algn="l"/>
              </a:tabLst>
            </a:pPr>
            <a:endParaRPr lang="en-IN" sz="25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044C16-BD8D-F458-8100-BFC5C17B4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872" y="210502"/>
            <a:ext cx="10168254" cy="67710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Content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7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228725"/>
          </a:xfrm>
          <a:custGeom>
            <a:avLst/>
            <a:gdLst/>
            <a:ahLst/>
            <a:cxnLst/>
            <a:rect l="l" t="t" r="r" b="b"/>
            <a:pathLst>
              <a:path w="12192000" h="1228725">
                <a:moveTo>
                  <a:pt x="12192000" y="0"/>
                </a:moveTo>
                <a:lnTo>
                  <a:pt x="0" y="0"/>
                </a:lnTo>
                <a:lnTo>
                  <a:pt x="0" y="1228725"/>
                </a:lnTo>
                <a:lnTo>
                  <a:pt x="12192000" y="12287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6C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7124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797875F0-F4C2-46A7-8C76-F6A9E06C8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472" y="1451985"/>
            <a:ext cx="10744200" cy="422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is a major cause of death among women worldwide, making early and accurate diagnosis essential. Traditional methods like mammography and biopsy can be time-consuming and prone to human error.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ANN-based model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Wisconsin dataset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tumors as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benign or malignant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Key steps include data preprocessing, model training, evaluation, and interpretation—aiming to support faster and more reliable diagnosis.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D43D-188C-D135-C2C9-6DA1D56FA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EC6EF0-72B7-33F4-07B2-B2E5B42A53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1872" y="210502"/>
            <a:ext cx="10168254" cy="681917"/>
          </a:xfrm>
          <a:prstGeom prst="rect">
            <a:avLst/>
          </a:prstGeom>
        </p:spPr>
        <p:txBody>
          <a:bodyPr vert="horz" wrap="square" lIns="0" tIns="73342" rIns="0" bIns="0" rtlCol="0">
            <a:spAutoFit/>
          </a:bodyPr>
          <a:lstStyle/>
          <a:p>
            <a:pPr marL="3661410">
              <a:lnSpc>
                <a:spcPct val="100000"/>
              </a:lnSpc>
              <a:spcBef>
                <a:spcPts val="130"/>
              </a:spcBef>
            </a:pPr>
            <a:r>
              <a:rPr lang="en-US" sz="3950" spc="-10" dirty="0"/>
              <a:t>Project Scope</a:t>
            </a:r>
            <a:endParaRPr sz="3950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3C642E3-6EA3-8EE5-6EEC-234462D36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37065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4217AA4-6931-4AC8-8AD9-1862A0424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916351"/>
            <a:ext cx="10875326" cy="2908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ANN model to classify breast tumors as benign or malignant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accuracy, reliability, and transparency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SHAP for model interpretability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the system is scalable and user-friendly</a:t>
            </a:r>
          </a:p>
          <a:p>
            <a:pPr lvl="2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95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51BA4-E6BE-6D3F-F4C2-79E84B3F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6BFEE4-AC33-A8C8-310A-C37AB16D00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1872" y="210502"/>
            <a:ext cx="10168254" cy="681917"/>
          </a:xfrm>
          <a:prstGeom prst="rect">
            <a:avLst/>
          </a:prstGeom>
        </p:spPr>
        <p:txBody>
          <a:bodyPr vert="horz" wrap="square" lIns="0" tIns="73342" rIns="0" bIns="0" rtlCol="0">
            <a:spAutoFit/>
          </a:bodyPr>
          <a:lstStyle/>
          <a:p>
            <a:pPr marL="3661410">
              <a:lnSpc>
                <a:spcPct val="100000"/>
              </a:lnSpc>
              <a:spcBef>
                <a:spcPts val="130"/>
              </a:spcBef>
            </a:pPr>
            <a:r>
              <a:rPr lang="en-US" sz="3950" spc="-10" dirty="0"/>
              <a:t>Feasibility Study</a:t>
            </a:r>
            <a:endParaRPr sz="3950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74ADBB54-E045-2441-B5EA-82E76CB31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37065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21D631B-C7AF-11C5-7CA2-A142CAAAD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71086"/>
            <a:ext cx="10742502" cy="5586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Uses open-source tools like TensorFlow,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and SHAP.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No specialized hardware required; runs on standard laptops.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Compatible with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Notebook, Google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other IDEs.</a:t>
            </a:r>
          </a:p>
          <a:p>
            <a:pPr lvl="2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Feasibility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Single script runs entire process: preprocessing to interpretation.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Designed for ease of use by researchers and clinicians.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SHAP adds interpretability, enhancing clinical collaboration.</a:t>
            </a:r>
          </a:p>
          <a:p>
            <a:pPr lvl="2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08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F54E-42D7-CDED-DB67-19A51F5B7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ED1B33-724C-91BE-8E16-7FE6C5E724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1872" y="210502"/>
            <a:ext cx="10168254" cy="681917"/>
          </a:xfrm>
          <a:prstGeom prst="rect">
            <a:avLst/>
          </a:prstGeom>
        </p:spPr>
        <p:txBody>
          <a:bodyPr vert="horz" wrap="square" lIns="0" tIns="73342" rIns="0" bIns="0" rtlCol="0">
            <a:spAutoFit/>
          </a:bodyPr>
          <a:lstStyle/>
          <a:p>
            <a:pPr marL="3661410">
              <a:lnSpc>
                <a:spcPct val="100000"/>
              </a:lnSpc>
              <a:spcBef>
                <a:spcPts val="130"/>
              </a:spcBef>
            </a:pPr>
            <a:r>
              <a:rPr lang="en-US" sz="3950" spc="-10" dirty="0"/>
              <a:t>Feasibility Study</a:t>
            </a:r>
            <a:endParaRPr sz="3950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47C26C9-1AF1-D7D2-941A-74BDEEBE7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37065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1C66079-4DCD-9B7D-55E0-8A6E6D231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28800"/>
            <a:ext cx="10742502" cy="281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Feasibility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Reduces dependence on manual analysis.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Ensures consistent and transparent predictions.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Increases trust through SHAP-based explanations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021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95940-5F6C-513D-29EF-73267AD0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2350E36-168B-5CB0-A20C-E2AC163A23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1872" y="210502"/>
            <a:ext cx="10168254" cy="681917"/>
          </a:xfrm>
          <a:prstGeom prst="rect">
            <a:avLst/>
          </a:prstGeom>
        </p:spPr>
        <p:txBody>
          <a:bodyPr vert="horz" wrap="square" lIns="0" tIns="73342" rIns="0" bIns="0" rtlCol="0">
            <a:spAutoFit/>
          </a:bodyPr>
          <a:lstStyle/>
          <a:p>
            <a:pPr marL="3661410">
              <a:lnSpc>
                <a:spcPct val="100000"/>
              </a:lnSpc>
              <a:spcBef>
                <a:spcPts val="130"/>
              </a:spcBef>
            </a:pPr>
            <a:r>
              <a:rPr lang="en-US" sz="3950" spc="-10" dirty="0"/>
              <a:t>Project Objectives</a:t>
            </a:r>
            <a:endParaRPr sz="3950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E4034AEF-D6FD-ED28-EF8E-148243C94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37065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4804FB-C6A0-FF3C-A34A-E853398D0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2204891"/>
            <a:ext cx="10875326" cy="2331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Develop a high-accuracy ANN for classifying breast tumors.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Apply dropout, batch normalization, and regularization to reduce overfitting.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Visualize training with accuracy/loss, ROC, and precision-recall curves.</a:t>
            </a:r>
          </a:p>
          <a:p>
            <a:pPr marL="342900" lvl="2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Interpret model decisions using SHAP values.</a:t>
            </a:r>
          </a:p>
        </p:txBody>
      </p:sp>
    </p:spTree>
    <p:extLst>
      <p:ext uri="{BB962C8B-B14F-4D97-AF65-F5344CB8AC3E}">
        <p14:creationId xmlns:p14="http://schemas.microsoft.com/office/powerpoint/2010/main" val="235071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1872" y="210502"/>
            <a:ext cx="10168254" cy="717232"/>
          </a:xfrm>
          <a:prstGeom prst="rect">
            <a:avLst/>
          </a:prstGeom>
        </p:spPr>
        <p:txBody>
          <a:bodyPr vert="horz" wrap="square" lIns="0" tIns="73342" rIns="0" bIns="0" rtlCol="0">
            <a:spAutoFit/>
          </a:bodyPr>
          <a:lstStyle/>
          <a:p>
            <a:pPr marL="3661410">
              <a:lnSpc>
                <a:spcPct val="100000"/>
              </a:lnSpc>
              <a:spcBef>
                <a:spcPts val="130"/>
              </a:spcBef>
            </a:pPr>
            <a:r>
              <a:rPr sz="3950" spc="-10" dirty="0"/>
              <a:t>Methodology</a:t>
            </a:r>
            <a:endParaRPr sz="395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701BE642-7489-4E93-8DB8-7A815E4A7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37065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40A9351-C2F7-4170-9DD6-61653C822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27810"/>
            <a:ext cx="10810973" cy="3485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Preprocessing: Normalization and splitting data (80:20).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ANN Model: 3 hidden layers, ReLU activations, dropout, batch normalization.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Optimizer: Nadam, Loss: Binary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Crossentropy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Early stopping to prevent overfitting.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Evaluation: Accuracy, confusion matrix, ROC, PR curve.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Interpretation using SHAP summary plots.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0168254" cy="71723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/>
            <a:r>
              <a:rPr lang="en-US" dirty="0"/>
              <a:t>Project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B39F7C-42B3-6739-9F76-60D2C15227AA}"/>
              </a:ext>
            </a:extLst>
          </p:cNvPr>
          <p:cNvSpPr txBox="1"/>
          <p:nvPr/>
        </p:nvSpPr>
        <p:spPr>
          <a:xfrm>
            <a:off x="533400" y="2253932"/>
            <a:ext cx="11125200" cy="2908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Achieved ~95% accuracy in classifying breast cancer cases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Model showed strong precision, recall, and F1-score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Confusion matrix confirmed low misclassification rates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ROC and Precision-Recall curves indicated excellent class separation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SHAP analysis identified key features like mean radius, texture, and worst area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F787-089C-01C6-6C62-800D97EA1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675A5F0-BAEF-D1C2-79A9-7144796B83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00" y="304800"/>
            <a:ext cx="10625477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74115" algn="ctr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Hardware And Software Requirements</a:t>
            </a:r>
            <a:endParaRPr spc="-1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1FB1D5-AABC-3E16-FE80-5C3F0937F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2070241"/>
            <a:ext cx="12395200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CPU: Intel i5/i7 (GPU optional)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RAM: 8–16 GB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SSD: 2 GB free space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Compatible with standard laptops and desktops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OS: Windows/Linux/macOS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Python 3.8+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Tools: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Google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Libraries: TensorFlow,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SHAP, Pandas, NumPy, Matplotlib, Seaborn.</a:t>
            </a:r>
          </a:p>
        </p:txBody>
      </p:sp>
    </p:spTree>
    <p:extLst>
      <p:ext uri="{BB962C8B-B14F-4D97-AF65-F5344CB8AC3E}">
        <p14:creationId xmlns:p14="http://schemas.microsoft.com/office/powerpoint/2010/main" val="1005502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63537"/>
            <a:ext cx="10168254" cy="71723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74115" algn="ctr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</a:t>
            </a:r>
            <a:r>
              <a:rPr lang="en-US" dirty="0"/>
              <a:t>n</a:t>
            </a:r>
            <a:endParaRPr spc="-1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D67A858-7D7B-4CE6-9F56-8C423C138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981200"/>
            <a:ext cx="10625477" cy="3485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the use of Artificial Neural Networks (ANN) for accurate and interpretable breast cancer diagnosis. The model achieved high performance (~95% accuracy) while maintaining transparency using SHAP for feature explanation. It proves that AI can support clinical decision-making, especially in resource-limited settings, by offering a reliable and scalable diagnostic tool.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C3F7C-D5EA-4934-850B-916BA1CE2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872" y="210502"/>
            <a:ext cx="10168254" cy="677108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27D6BD-34E8-7EA2-9E92-DC9CA9C6E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99" y="1219200"/>
            <a:ext cx="11734800" cy="586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Abadi, M., et al. (2016)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TensorFlow: Large-scale Machine Learning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https://www.tensorflow.org/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Pedregosa, F., et al. (2011)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 Machine Learning in Python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https://scikit-learn.org/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McKinney, W. (2010)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Pandas: Data Structures for Data Analysis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https://pandas.pydata.org/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Chollet, F. (2015)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 for Humans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https://keras.io/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Harris, C. R., et al. (2020)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NumPy: Numerical Computing with Python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https://numpy.org/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Hunter, J. D. (2007)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Matplotlib: 2D Graphics Environment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https://matplotlib.org/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Waskom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(2021)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Seaborn: Statistical Data Visualization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https://seaborn.pydata.org/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484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576" y="2648267"/>
            <a:ext cx="5778500" cy="1364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750" spc="-229" dirty="0">
                <a:solidFill>
                  <a:srgbClr val="6F2F9F"/>
                </a:solidFill>
                <a:latin typeface="Trebuchet MS"/>
                <a:cs typeface="Trebuchet MS"/>
              </a:rPr>
              <a:t>THANK</a:t>
            </a:r>
            <a:r>
              <a:rPr sz="8750" spc="-85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8750" b="0" spc="-25" dirty="0">
                <a:solidFill>
                  <a:srgbClr val="6F2F9F"/>
                </a:solidFill>
                <a:latin typeface="Trebuchet MS"/>
                <a:cs typeface="Trebuchet MS"/>
              </a:rPr>
              <a:t>YOU</a:t>
            </a:r>
            <a:endParaRPr sz="8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783</Words>
  <Application>Microsoft Office PowerPoint</Application>
  <PresentationFormat>Widescreen</PresentationFormat>
  <Paragraphs>87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Trebuchet MS</vt:lpstr>
      <vt:lpstr>Wingdings</vt:lpstr>
      <vt:lpstr>Office Theme</vt:lpstr>
      <vt:lpstr>Artificial Intelligence (AI101B)</vt:lpstr>
      <vt:lpstr>Content</vt:lpstr>
      <vt:lpstr>Introduction</vt:lpstr>
      <vt:lpstr>Project Scope</vt:lpstr>
      <vt:lpstr>Feasibility Study</vt:lpstr>
      <vt:lpstr>Feasibility Study</vt:lpstr>
      <vt:lpstr>Project Objectives</vt:lpstr>
      <vt:lpstr>Methodology</vt:lpstr>
      <vt:lpstr>Project Outcomes</vt:lpstr>
      <vt:lpstr>Hardware And Software Requirements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(AI101B)</dc:title>
  <dc:creator>acer</dc:creator>
  <cp:lastModifiedBy>UDIT RANJAN</cp:lastModifiedBy>
  <cp:revision>13</cp:revision>
  <dcterms:created xsi:type="dcterms:W3CDTF">2025-04-21T13:11:39Z</dcterms:created>
  <dcterms:modified xsi:type="dcterms:W3CDTF">2025-05-27T05:01:58Z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2025-04-03T00:00:00Z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2025-04-03T00:00:00Z</vt:filetime>
  </property>
</Properties>
</file>