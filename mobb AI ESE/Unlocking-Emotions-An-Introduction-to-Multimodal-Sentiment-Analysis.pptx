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ibre Baskerville" panose="02000000000000000000" pitchFamily="2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74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759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Unlocking Emotions: An Introduction to Multimodal Sentiment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Text-only sentiment analysis misses emotional nuance. Multimodal sentiment combines text, visuals, and audio for richer insights. This approach enhances customer understanding and supports mental health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9866"/>
            <a:ext cx="117523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Multimodal Sentiment Analysis?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28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textual, visual, and auditory data.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598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sentiment more like humans do.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28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Video reviews include transcript, facial cues, and tone.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922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complex emotional states holistically.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0F52D-B985-DBB1-0040-5E4312D0F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187" y="7743799"/>
            <a:ext cx="1886213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47" y="594241"/>
            <a:ext cx="7631906" cy="2025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Modalities: Seeing, Hearing, and Reading Emotions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047" y="2943463"/>
            <a:ext cx="3707963" cy="2756178"/>
          </a:xfrm>
          <a:prstGeom prst="roundRect">
            <a:avLst>
              <a:gd name="adj" fmla="val 1176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972026" y="3159443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Textual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72026" y="3626525"/>
            <a:ext cx="3276005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extracts emotion from words and phrases.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79990" y="2943463"/>
            <a:ext cx="3707963" cy="2756178"/>
          </a:xfrm>
          <a:prstGeom prst="roundRect">
            <a:avLst>
              <a:gd name="adj" fmla="val 1176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895969" y="3159443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95969" y="3626525"/>
            <a:ext cx="3276005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expressions and body language recognized via computer vision.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95969" y="4792623"/>
            <a:ext cx="3276005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OpenFace achieves &gt;90% accuracy on landmarks.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6047" y="5915620"/>
            <a:ext cx="7631906" cy="1719620"/>
          </a:xfrm>
          <a:prstGeom prst="roundRect">
            <a:avLst>
              <a:gd name="adj" fmla="val 1884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972026" y="6131600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Auditory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72026" y="6598682"/>
            <a:ext cx="719994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Speech Emotion Recognition analyzes tone, pitch, cadence.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72026" y="7073741"/>
            <a:ext cx="719994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IEMOCAP dataset trains models with 75%+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Architecture: Fusing the Senses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Pre-trained models like BERT and ResNet extract key features.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09373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Fusion methods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fusion concatenates features; late fusion merges predictions.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5833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Algorithms predict sentiment polarity (e.g., SVM, neural nets).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159ADD-0844-B8A0-0E6B-7544009B6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87" y="7568063"/>
            <a:ext cx="1886213" cy="5806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55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Deep Dive: Attention Mechanisms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643307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870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relevance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36053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attends to key modalities dynamically.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04191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231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Example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72142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focus on facial expressions during emotional moments.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“Attention is all you need” enables effective fusion and context modeling.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2735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Real-World Applications: Customer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3601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Social Media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brand perception insights from multimodal data. +20% customer satisfaction.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Service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Auto-analyze chats and calls to prioritize issues. Cuts resolution time by 15%.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 Research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sentiment on products via multimodal feedback. Boosts adoption by 10%.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F83BDC-E451-6212-11F6-64B5C43A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7302" y="7520821"/>
            <a:ext cx="1886213" cy="708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940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Applications: Mental Health and Beyond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51785"/>
            <a:ext cx="3664863" cy="2387084"/>
          </a:xfrm>
          <a:prstGeom prst="roundRect">
            <a:avLst>
              <a:gd name="adj" fmla="val 1425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078599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Mental Health Monitoring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2334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Speech and facial cues detect depression with 80% accuracy.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51785"/>
            <a:ext cx="3664863" cy="2387084"/>
          </a:xfrm>
          <a:prstGeom prst="roundRect">
            <a:avLst>
              <a:gd name="adj" fmla="val 1425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078599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Human-Robot Interaction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923348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Emotionally aware robots improve engagement by 25%.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5683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6924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Education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82916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student emotions to improve online learning outcomes by 15%.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834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Benefits: Accuracy, Nuance, and Actionable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499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7278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Increased accuracy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18265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Outperforms unimodal models by 15-20% in detection.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6499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72784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Deeper understanding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572595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subtle context missed by text-only analysis.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149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61927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6832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Delivers richer, data-driven decision-making support.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84" y="734854"/>
            <a:ext cx="7646432" cy="200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Trends: Advancements on the Horizon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4" y="3061335"/>
            <a:ext cx="1069658" cy="1283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9315" y="3275171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More modalities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139315" y="3737729"/>
            <a:ext cx="625590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Incorporating physiological data for deeper emotional insight.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84" y="4344948"/>
            <a:ext cx="1069658" cy="1574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9315" y="4558784"/>
            <a:ext cx="3324344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Self-supervised learning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139315" y="5021342"/>
            <a:ext cx="6255901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Reducing dependency on labeled data with new training methods.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84" y="5919788"/>
            <a:ext cx="1069658" cy="1574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39315" y="6133624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Explainable AI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139315" y="6596182"/>
            <a:ext cx="6255901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Methods to understand and trust predictions will improve transparency.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Ethical Considerations: Bias and Privacy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Bias in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Diverse datasets needed to reduce bias affecting 30% of AI apps.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 concerns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Safeguard sensitive info, especially in mental health. Anonymization cuts risk by 50%.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Responsible AI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72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Emphasize fairness, transparency, and accountability in design and use.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294C13-2E3C-9D8F-F534-F961F59D8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87" y="7797972"/>
            <a:ext cx="1886213" cy="362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463</Words>
  <Application>Microsoft Office PowerPoint</Application>
  <PresentationFormat>Custom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 tyagi</cp:lastModifiedBy>
  <cp:revision>2</cp:revision>
  <dcterms:created xsi:type="dcterms:W3CDTF">2025-05-26T20:13:17Z</dcterms:created>
  <dcterms:modified xsi:type="dcterms:W3CDTF">2025-05-26T20:15:48Z</dcterms:modified>
</cp:coreProperties>
</file>