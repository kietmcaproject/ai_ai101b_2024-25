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60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5CD07-4140-98CF-05DD-90C30A5447C4}"/>
              </a:ext>
            </a:extLst>
          </p:cNvPr>
          <p:cNvSpPr/>
          <p:nvPr/>
        </p:nvSpPr>
        <p:spPr>
          <a:xfrm>
            <a:off x="12697428" y="7766613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92;p13">
            <a:extLst>
              <a:ext uri="{FF2B5EF4-FFF2-40B4-BE49-F238E27FC236}">
                <a16:creationId xmlns:a16="http://schemas.microsoft.com/office/drawing/2014/main" id="{7FA593FD-8DD3-CD8C-8F29-095FBE1178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4630400" cy="14919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4F8D77-1019-246A-F7F6-17B25E0DF200}"/>
              </a:ext>
            </a:extLst>
          </p:cNvPr>
          <p:cNvSpPr txBox="1"/>
          <p:nvPr/>
        </p:nvSpPr>
        <p:spPr>
          <a:xfrm>
            <a:off x="2675240" y="1744844"/>
            <a:ext cx="866067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 To AI (AI101B)</a:t>
            </a:r>
            <a:b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THE PHENOMS</a:t>
            </a:r>
            <a:b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223F7-70C2-594A-C0FC-26B62ECC1BAC}"/>
              </a:ext>
            </a:extLst>
          </p:cNvPr>
          <p:cNvSpPr txBox="1"/>
          <p:nvPr/>
        </p:nvSpPr>
        <p:spPr>
          <a:xfrm>
            <a:off x="3125165" y="2981814"/>
            <a:ext cx="784763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 USING NLP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Vidushi Agrawal 2426MCA316,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Yashvi Chaudhary 2426MCA2207</a:t>
            </a:r>
            <a:endParaRPr lang="en-IN" sz="18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Vaibhav Singh </a:t>
            </a:r>
            <a:r>
              <a:rPr lang="en-IN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Kalura</a:t>
            </a: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 2426MCA2325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Vaishnavi Yadav 2426MCA196</a:t>
            </a:r>
            <a:endParaRPr lang="en-IN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7BF50-603D-52D4-1C32-55BFA61E25E9}"/>
              </a:ext>
            </a:extLst>
          </p:cNvPr>
          <p:cNvSpPr txBox="1"/>
          <p:nvPr/>
        </p:nvSpPr>
        <p:spPr>
          <a:xfrm>
            <a:off x="11655706" y="6331962"/>
            <a:ext cx="2592728" cy="1491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Supervisor:</a:t>
            </a:r>
            <a:endParaRPr lang="en-US" sz="1800"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Apoorv Jain </a:t>
            </a:r>
            <a:endParaRPr lang="en-US" sz="1800"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lang="en-US" sz="1800" dirty="0"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800" b="1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510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 Screening Using NLP and Transformers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automated system to improve hiring efficiency and fairness.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12111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270040" y="5104209"/>
            <a:ext cx="267533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7924"/>
            <a:ext cx="121554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in Traditional Resume Screening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Screening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 and inconsistent, with unconscious bias risks.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resume review time: 7.4 seconds.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Keyword Filtering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but lacks context, prone to false positives and negatives.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may game the system with keyword stuffing.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389835-ACE3-0931-C7F5-E3FEBA0533E3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78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Rise of Intelligent Automation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955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373398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18146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semantic understanding beyond keywords.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2955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3373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Transformer Models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863816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self-attention to capture context and relationships in text.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604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838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32876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encoding for deep contextual embeddings.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7526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 Screening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resumes, job descriptions, and labeled hiring data.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Parsing &amp;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structured info and clean text for modeling.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 &amp; Matching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text to vectors and score candidate-job fit.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Ranking &amp; Deployment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candidates and integrate into recruitment systems.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BA763-C660-B383-F494-F18B368F89CA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895588"/>
            <a:ext cx="7179707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 Parsing Techniques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7829" y="185725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3332" y="207275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Rule-Based Parsing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3332" y="252222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patterns and regex; fast but format-dependent.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7829" y="327838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3332" y="3493889"/>
            <a:ext cx="330315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Parsing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3332" y="394335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NER and classical ML models for flexible extraction.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7829" y="469951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3332" y="4915019"/>
            <a:ext cx="286952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 Parsing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3332" y="536448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RNNs and transformers capture complex context.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7829" y="612064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3332" y="633614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Approaches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43332" y="678561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rules and ML for precision and adaptability.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92379"/>
            <a:ext cx="114088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 of NLP in Resume Screening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8096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4975979"/>
            <a:ext cx="22542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Filtering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5820728"/>
            <a:ext cx="22542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Speeds up candidate shortlisting with semantic analysis.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8" y="488096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4975979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Matching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19067" y="5466398"/>
            <a:ext cx="2254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relevant skills and competencies accurately.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88096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4975979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Candidate Ranking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50674" y="5820728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Prioritizes candidates based on fit scores.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491" y="4880967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4975979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Diversity Initiatives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582281" y="5832303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unbiased screening and blind recruitment.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F3A90E-810A-9B99-9E18-474B25686518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91766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 Parsing Tools &amp; Libraries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PyResparser &amp; Affinda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libraries for structured resume extraction.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SpaCy &amp; NLTK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frameworks for tokenization and entity recognition.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Hugging Face Transformers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models like BERT for embedding and classification.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TensorFlow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framework supporting transformer training.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C3A68-0767-AF33-FA77-FF97BAB31786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73897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Prototype Development Steps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Scope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key roles and manageable datasets.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preprocess resumes and job descriptions.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Fine-Tuning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BERT for resume-job matching tasks.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&amp; API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interfaces for uploading and viewing results.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Iteration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performance and improve system continuously.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0A5F22-AACD-9C81-F779-917FD9453B29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6523"/>
            <a:ext cx="74458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323749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and transformers enhance accuracy, fairness, and efficiency.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37319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data, explainability, bias mitigation, and multilingual support.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9727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recruitment with scalable, inclusive, and data-driven hiring.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14227-DBFD-278A-F0E9-C350977F0BF1}"/>
              </a:ext>
            </a:extLst>
          </p:cNvPr>
          <p:cNvSpPr/>
          <p:nvPr/>
        </p:nvSpPr>
        <p:spPr>
          <a:xfrm>
            <a:off x="12697428" y="7755038"/>
            <a:ext cx="1932972" cy="474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424</Words>
  <Application>Microsoft Office PowerPoint</Application>
  <PresentationFormat>Custom</PresentationFormat>
  <Paragraphs>89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Inter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Yashvi Chaudhary</cp:lastModifiedBy>
  <cp:revision>2</cp:revision>
  <dcterms:created xsi:type="dcterms:W3CDTF">2025-05-27T07:54:23Z</dcterms:created>
  <dcterms:modified xsi:type="dcterms:W3CDTF">2025-05-27T08:29:26Z</dcterms:modified>
</cp:coreProperties>
</file>