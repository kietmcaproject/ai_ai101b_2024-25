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525"/>
    <a:srgbClr val="FFD1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72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817A4-8ADA-4FCA-048E-C3840CB7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AF6AE-E710-D721-31C0-0FA099DFB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72D4F-C5E7-F609-45AD-30DA10153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BAC6F-68E6-00E6-034B-B7183A15D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3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1A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3834"/>
            <a:ext cx="5486400" cy="65457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5224" y="202248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Predicting Heart Disease: A Data-Driven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135224" y="34967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 disease is the leading cause of death worldwide (WHO, 2021).</a:t>
            </a:r>
            <a:endParaRPr lang="en-US" sz="1750" b="1" dirty="0"/>
          </a:p>
        </p:txBody>
      </p:sp>
      <p:sp>
        <p:nvSpPr>
          <p:cNvPr id="5" name="Text 2"/>
          <p:cNvSpPr/>
          <p:nvPr/>
        </p:nvSpPr>
        <p:spPr>
          <a:xfrm>
            <a:off x="6135223" y="39127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explore Python-based predictive modeling for early detection.</a:t>
            </a:r>
            <a:endParaRPr lang="en-US" sz="1750" b="1" dirty="0"/>
          </a:p>
        </p:txBody>
      </p:sp>
      <p:sp>
        <p:nvSpPr>
          <p:cNvPr id="8" name="Text 4"/>
          <p:cNvSpPr/>
          <p:nvPr/>
        </p:nvSpPr>
        <p:spPr>
          <a:xfrm>
            <a:off x="6135223" y="4456595"/>
            <a:ext cx="259711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TEAM MEMBERS :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KUMAR KASHYAP (202410116100106)</a:t>
            </a:r>
          </a:p>
          <a:p>
            <a:pPr>
              <a:lnSpc>
                <a:spcPts val="3100"/>
              </a:lnSpc>
            </a:pPr>
            <a:r>
              <a:rPr lang="en-US" sz="2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KUNAL SINGH (202410116100109)</a:t>
            </a:r>
          </a:p>
          <a:p>
            <a:pPr>
              <a:lnSpc>
                <a:spcPts val="3100"/>
              </a:lnSpc>
            </a:pPr>
            <a:r>
              <a:rPr lang="en-US" sz="2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GAURAV VISHWAKARMA </a:t>
            </a:r>
            <a:r>
              <a:rPr lang="sv-SE" sz="2400" dirty="0"/>
              <a:t> </a:t>
            </a:r>
            <a:r>
              <a:rPr lang="en-US" sz="2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(202410116100076)</a:t>
            </a:r>
          </a:p>
          <a:p>
            <a:pPr>
              <a:lnSpc>
                <a:spcPts val="3100"/>
              </a:lnSpc>
            </a:pPr>
            <a:r>
              <a:rPr lang="en-US" sz="2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LAVISH NEHRA (202410116100111)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696FB6-FD72-9493-9468-18D3AFDB8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518888" cy="1538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C4DB34-5C24-E530-B487-C4F4AB85C92D}"/>
              </a:ext>
            </a:extLst>
          </p:cNvPr>
          <p:cNvSpPr txBox="1"/>
          <p:nvPr/>
        </p:nvSpPr>
        <p:spPr>
          <a:xfrm>
            <a:off x="10381785" y="6515676"/>
            <a:ext cx="36910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FACULTY :</a:t>
            </a:r>
          </a:p>
          <a:p>
            <a:r>
              <a:rPr lang="en-US" sz="2400" b="1" dirty="0"/>
              <a:t>MR APOORV JAIN</a:t>
            </a:r>
          </a:p>
          <a:p>
            <a:r>
              <a:rPr lang="en-US" sz="2400" b="1" dirty="0"/>
              <a:t>ASSISTANT PROFESSOR</a:t>
            </a:r>
            <a:endParaRPr lang="en-IN" sz="2400" b="1" dirty="0"/>
          </a:p>
          <a:p>
            <a:endParaRPr lang="en-IN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17B46-A80C-5289-F698-06A46AB094E1}"/>
              </a:ext>
            </a:extLst>
          </p:cNvPr>
          <p:cNvSpPr/>
          <p:nvPr/>
        </p:nvSpPr>
        <p:spPr>
          <a:xfrm>
            <a:off x="12734693" y="7705493"/>
            <a:ext cx="1784195" cy="524107"/>
          </a:xfrm>
          <a:prstGeom prst="rect">
            <a:avLst/>
          </a:prstGeom>
          <a:solidFill>
            <a:srgbClr val="FFD1A7"/>
          </a:solidFill>
          <a:ln>
            <a:solidFill>
              <a:srgbClr val="FFD1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D1A7"/>
                </a:solidFill>
              </a:ln>
              <a:solidFill>
                <a:srgbClr val="FFD1A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49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Introduction: The Power of Prediction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726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530906" y="3550563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of Heart Disease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395311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Costs billions annually, affecting millions globally.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4726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50919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Modeling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individuals at risk before symptoms appear.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833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30906" y="5661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Intervention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1516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outcomes and lowers healthcare expenses.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2701"/>
            <a:ext cx="89140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 &amp;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38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196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diagnosis causes severe complications and mortality.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38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4196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Achieve over 85% accuracy.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8617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Factor Analysis: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Target modifiable behaviors like smoking and diet.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027F6C-D61F-7700-8F8D-C6C4215BAF82}"/>
              </a:ext>
            </a:extLst>
          </p:cNvPr>
          <p:cNvSpPr/>
          <p:nvPr/>
        </p:nvSpPr>
        <p:spPr>
          <a:xfrm>
            <a:off x="12634331" y="7471317"/>
            <a:ext cx="1906859" cy="646771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3744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Powerhouse: Libraries for Success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951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14624" y="3429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20014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to load, manipulate, and analyze structured date in tabular form (like CSV files).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1951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406301" y="3429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E5E0DF"/>
                </a:solidFill>
                <a:latin typeface="Inter Bold" pitchFamily="34" charset="0"/>
                <a:ea typeface="Inter Bold" pitchFamily="34" charset="-122"/>
              </a:rPr>
              <a:t>Tenserflow</a:t>
            </a: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</a:rPr>
              <a:t>/</a:t>
            </a:r>
            <a:r>
              <a:rPr lang="en-US" sz="2200" b="1" dirty="0" err="1">
                <a:solidFill>
                  <a:srgbClr val="E5E0DF"/>
                </a:solidFill>
                <a:latin typeface="Inter Bold" pitchFamily="34" charset="0"/>
                <a:ea typeface="Inter Bold" pitchFamily="34" charset="-122"/>
              </a:rPr>
              <a:t>Keras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920014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</a:rPr>
              <a:t>Used to build and train machine learning and deep learning models.</a:t>
            </a:r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14624" y="5704403"/>
            <a:ext cx="28907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Matplotlib &amp; Seaborn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9482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A plotting library used to create charts and graphs for data visualization.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936A56-0799-45CE-CBA5-11C260433B21}"/>
              </a:ext>
            </a:extLst>
          </p:cNvPr>
          <p:cNvSpPr/>
          <p:nvPr/>
        </p:nvSpPr>
        <p:spPr>
          <a:xfrm>
            <a:off x="12483254" y="7282578"/>
            <a:ext cx="2013332" cy="846661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3199"/>
            <a:ext cx="104689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Methodology: From Data to Prediction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5607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03973" y="1995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03973" y="2486025"/>
            <a:ext cx="125326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from CDC, hospitals, and clinics.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133951" y="3075742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44134" y="3075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4134" y="3566160"/>
            <a:ext cx="121924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 missing values for accuracy.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474232" y="4155877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84415" y="41558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Selection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84415" y="464629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top 10 predictors.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814513" y="5236012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24695" y="5236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24695" y="5726430"/>
            <a:ext cx="115119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data 80/20 for training and testing.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474232" y="6316147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984415" y="6316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84415" y="6806565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accuracy, precision, recall, and F1-score metrics.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EEC461-6BCD-6E20-7F08-681CE1BD69BA}"/>
              </a:ext>
            </a:extLst>
          </p:cNvPr>
          <p:cNvSpPr/>
          <p:nvPr/>
        </p:nvSpPr>
        <p:spPr>
          <a:xfrm>
            <a:off x="12099072" y="7305556"/>
            <a:ext cx="2442118" cy="914400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49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Algorithms in Action: Choosing the Right Fit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346982" y="35843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3595" y="36858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091983" y="35422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Artificial Neural Network (ANN)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84098" y="3974723"/>
            <a:ext cx="40407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machine learning model inspired by human brain that learns patterns from data and makes predictions or decisions.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571649" y="354996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6081951" y="34726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106567" y="3940492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2582179" y="62211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647682" y="630197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</a:rPr>
              <a:t>2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3271332" y="62584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 Classifier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151602"/>
            <a:ext cx="5683933" cy="1754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D84D61-C172-EC73-37D0-A5C62960EA68}"/>
              </a:ext>
            </a:extLst>
          </p:cNvPr>
          <p:cNvSpPr txBox="1"/>
          <p:nvPr/>
        </p:nvSpPr>
        <p:spPr>
          <a:xfrm>
            <a:off x="3125867" y="6612815"/>
            <a:ext cx="5367140" cy="80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US" sz="1800" dirty="0">
                <a:solidFill>
                  <a:schemeClr val="bg1"/>
                </a:solidFill>
              </a:rPr>
              <a:t> machine learning algorithm that combines many decision trees to make accurate and stable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21396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Output: Actionable Insights &amp; Visualizations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0346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Score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Color-coded risks: Green, Yellow, Red for easy assessment.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impact of cholesterol and blood pressure.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Prediction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65-year-old smoker with high BMI has 75% risk.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1A1440-BDF9-A7B8-05EA-2AB4F28E7E6F}"/>
              </a:ext>
            </a:extLst>
          </p:cNvPr>
          <p:cNvSpPr/>
          <p:nvPr/>
        </p:nvSpPr>
        <p:spPr>
          <a:xfrm>
            <a:off x="12707302" y="7571678"/>
            <a:ext cx="1833888" cy="579863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417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Conclusion: Transforming Healthcare with Data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9944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14624" y="3433882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Proactive Management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27863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models enable early and personalized care.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19944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406301" y="3433882"/>
            <a:ext cx="28388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Empowered Patients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92430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prediction allows targeted interventions.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5683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14624" y="5700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Integration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9053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Wearables for continuous real-time risk monitoring.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4DFA6B-60BC-5A76-106D-811EBD2E7B9B}"/>
              </a:ext>
            </a:extLst>
          </p:cNvPr>
          <p:cNvSpPr/>
          <p:nvPr/>
        </p:nvSpPr>
        <p:spPr>
          <a:xfrm>
            <a:off x="12756995" y="7616283"/>
            <a:ext cx="1837641" cy="557561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72525"/>
              </a:solidFill>
              <a:highlight>
                <a:srgbClr val="272525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42EB-1A77-A88B-9C79-F5315234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FA35EA4-D747-14BA-A842-846DEAD03D8C}"/>
              </a:ext>
            </a:extLst>
          </p:cNvPr>
          <p:cNvSpPr/>
          <p:nvPr/>
        </p:nvSpPr>
        <p:spPr>
          <a:xfrm>
            <a:off x="12756995" y="7616283"/>
            <a:ext cx="1837641" cy="557561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72525"/>
              </a:solidFill>
              <a:highlight>
                <a:srgbClr val="272525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28E4A1-12B9-CCB0-8D7B-C8E3FC471969}"/>
              </a:ext>
            </a:extLst>
          </p:cNvPr>
          <p:cNvSpPr txBox="1"/>
          <p:nvPr/>
        </p:nvSpPr>
        <p:spPr>
          <a:xfrm>
            <a:off x="4700239" y="3453080"/>
            <a:ext cx="52299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83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382</Words>
  <Application>Microsoft Office PowerPoint</Application>
  <PresentationFormat>Custom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Inter</vt:lpstr>
      <vt:lpstr>Inter Bold</vt:lpstr>
      <vt:lpstr>Roboto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KUMAR KASHYAP</cp:lastModifiedBy>
  <cp:revision>3</cp:revision>
  <dcterms:created xsi:type="dcterms:W3CDTF">2025-05-26T17:36:42Z</dcterms:created>
  <dcterms:modified xsi:type="dcterms:W3CDTF">2025-05-26T18:10:58Z</dcterms:modified>
</cp:coreProperties>
</file>