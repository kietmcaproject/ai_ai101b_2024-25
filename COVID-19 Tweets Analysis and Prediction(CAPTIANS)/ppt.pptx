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26654-F87C-457C-9DE7-8094D15062B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BA9C09-2569-4EE8-B6E8-C598F1338790}">
      <dgm:prSet/>
      <dgm:spPr/>
      <dgm:t>
        <a:bodyPr/>
        <a:lstStyle/>
        <a:p>
          <a:r>
            <a:rPr lang="en-US"/>
            <a:t>Perform</a:t>
          </a:r>
        </a:p>
      </dgm:t>
    </dgm:pt>
    <dgm:pt modelId="{8A531C99-AE86-44E9-BD3E-C049624AB9C0}" type="parTrans" cxnId="{12133D42-7AD1-4AA8-AFB5-76080E02EADF}">
      <dgm:prSet/>
      <dgm:spPr/>
      <dgm:t>
        <a:bodyPr/>
        <a:lstStyle/>
        <a:p>
          <a:endParaRPr lang="en-US"/>
        </a:p>
      </dgm:t>
    </dgm:pt>
    <dgm:pt modelId="{22A36B53-DB54-4B0A-A41D-F4BED1D7A536}" type="sibTrans" cxnId="{12133D42-7AD1-4AA8-AFB5-76080E02EADF}">
      <dgm:prSet/>
      <dgm:spPr/>
      <dgm:t>
        <a:bodyPr/>
        <a:lstStyle/>
        <a:p>
          <a:endParaRPr lang="en-US"/>
        </a:p>
      </dgm:t>
    </dgm:pt>
    <dgm:pt modelId="{36116B19-EBA4-4FC5-BB1C-228816E07F79}">
      <dgm:prSet/>
      <dgm:spPr/>
      <dgm:t>
        <a:bodyPr/>
        <a:lstStyle/>
        <a:p>
          <a:r>
            <a:rPr lang="en-US"/>
            <a:t>- Perform sentiment classification on COVID-19 tweets</a:t>
          </a:r>
        </a:p>
      </dgm:t>
    </dgm:pt>
    <dgm:pt modelId="{3D9D3634-A826-4EAD-B582-31A053925643}" type="parTrans" cxnId="{69146F1C-0205-4AA6-81C1-4A20AE9B9A4D}">
      <dgm:prSet/>
      <dgm:spPr/>
      <dgm:t>
        <a:bodyPr/>
        <a:lstStyle/>
        <a:p>
          <a:endParaRPr lang="en-US"/>
        </a:p>
      </dgm:t>
    </dgm:pt>
    <dgm:pt modelId="{0C27A656-D495-4879-91E5-8DCA46ED6613}" type="sibTrans" cxnId="{69146F1C-0205-4AA6-81C1-4A20AE9B9A4D}">
      <dgm:prSet/>
      <dgm:spPr/>
      <dgm:t>
        <a:bodyPr/>
        <a:lstStyle/>
        <a:p>
          <a:endParaRPr lang="en-US"/>
        </a:p>
      </dgm:t>
    </dgm:pt>
    <dgm:pt modelId="{117F5EB9-D7FC-457B-B656-1D1D78E4816B}">
      <dgm:prSet/>
      <dgm:spPr/>
      <dgm:t>
        <a:bodyPr/>
        <a:lstStyle/>
        <a:p>
          <a:r>
            <a:rPr lang="en-US"/>
            <a:t>Develop</a:t>
          </a:r>
        </a:p>
      </dgm:t>
    </dgm:pt>
    <dgm:pt modelId="{B9D3819B-5F43-4913-A89C-A0EEB2C5C63D}" type="parTrans" cxnId="{90CBE8A2-F1A3-4892-850A-76FE416D4ADF}">
      <dgm:prSet/>
      <dgm:spPr/>
      <dgm:t>
        <a:bodyPr/>
        <a:lstStyle/>
        <a:p>
          <a:endParaRPr lang="en-US"/>
        </a:p>
      </dgm:t>
    </dgm:pt>
    <dgm:pt modelId="{28ACE9C6-6F66-4FA8-A85E-519719A4D37C}" type="sibTrans" cxnId="{90CBE8A2-F1A3-4892-850A-76FE416D4ADF}">
      <dgm:prSet/>
      <dgm:spPr/>
      <dgm:t>
        <a:bodyPr/>
        <a:lstStyle/>
        <a:p>
          <a:endParaRPr lang="en-US"/>
        </a:p>
      </dgm:t>
    </dgm:pt>
    <dgm:pt modelId="{4DB949FE-E820-4BF0-BB0C-8A3445C02EC7}">
      <dgm:prSet/>
      <dgm:spPr/>
      <dgm:t>
        <a:bodyPr/>
        <a:lstStyle/>
        <a:p>
          <a:r>
            <a:rPr lang="en-US"/>
            <a:t>- Develop a user-friendly interface for uploading and analyzing tweet data</a:t>
          </a:r>
        </a:p>
      </dgm:t>
    </dgm:pt>
    <dgm:pt modelId="{F77034B3-691D-4E7F-8940-39459DA2239A}" type="parTrans" cxnId="{4A0A4E18-546B-40C5-8F17-55F5198CB98B}">
      <dgm:prSet/>
      <dgm:spPr/>
      <dgm:t>
        <a:bodyPr/>
        <a:lstStyle/>
        <a:p>
          <a:endParaRPr lang="en-US"/>
        </a:p>
      </dgm:t>
    </dgm:pt>
    <dgm:pt modelId="{543170FF-22EB-4C88-85FF-CE1A50BEA7A1}" type="sibTrans" cxnId="{4A0A4E18-546B-40C5-8F17-55F5198CB98B}">
      <dgm:prSet/>
      <dgm:spPr/>
      <dgm:t>
        <a:bodyPr/>
        <a:lstStyle/>
        <a:p>
          <a:endParaRPr lang="en-US"/>
        </a:p>
      </dgm:t>
    </dgm:pt>
    <dgm:pt modelId="{F7BBD3C2-61B9-440D-BFAD-46154B6B3E84}">
      <dgm:prSet/>
      <dgm:spPr/>
      <dgm:t>
        <a:bodyPr/>
        <a:lstStyle/>
        <a:p>
          <a:r>
            <a:rPr lang="en-US"/>
            <a:t>Visualize</a:t>
          </a:r>
        </a:p>
      </dgm:t>
    </dgm:pt>
    <dgm:pt modelId="{222C8709-051D-4BB8-B6F2-775882B64AE5}" type="parTrans" cxnId="{EA279256-7943-4996-8AE3-A7F5CF0EE3D6}">
      <dgm:prSet/>
      <dgm:spPr/>
      <dgm:t>
        <a:bodyPr/>
        <a:lstStyle/>
        <a:p>
          <a:endParaRPr lang="en-US"/>
        </a:p>
      </dgm:t>
    </dgm:pt>
    <dgm:pt modelId="{9D0DD8CE-C040-4DFF-B38B-32FB91E0432F}" type="sibTrans" cxnId="{EA279256-7943-4996-8AE3-A7F5CF0EE3D6}">
      <dgm:prSet/>
      <dgm:spPr/>
      <dgm:t>
        <a:bodyPr/>
        <a:lstStyle/>
        <a:p>
          <a:endParaRPr lang="en-US"/>
        </a:p>
      </dgm:t>
    </dgm:pt>
    <dgm:pt modelId="{402CC4C5-B828-4607-84C1-74E111AFE1F6}">
      <dgm:prSet/>
      <dgm:spPr/>
      <dgm:t>
        <a:bodyPr/>
        <a:lstStyle/>
        <a:p>
          <a:r>
            <a:rPr lang="en-US"/>
            <a:t>- Visualize sentiment trends and distributions</a:t>
          </a:r>
        </a:p>
      </dgm:t>
    </dgm:pt>
    <dgm:pt modelId="{A3EFE6E0-F87A-4010-A090-4D98C48D86FB}" type="parTrans" cxnId="{6EDA82F9-748A-4FCA-9783-81A7B61F07DA}">
      <dgm:prSet/>
      <dgm:spPr/>
      <dgm:t>
        <a:bodyPr/>
        <a:lstStyle/>
        <a:p>
          <a:endParaRPr lang="en-US"/>
        </a:p>
      </dgm:t>
    </dgm:pt>
    <dgm:pt modelId="{B1717FE4-65F4-4CB0-AF08-54B39566E426}" type="sibTrans" cxnId="{6EDA82F9-748A-4FCA-9783-81A7B61F07DA}">
      <dgm:prSet/>
      <dgm:spPr/>
      <dgm:t>
        <a:bodyPr/>
        <a:lstStyle/>
        <a:p>
          <a:endParaRPr lang="en-US"/>
        </a:p>
      </dgm:t>
    </dgm:pt>
    <dgm:pt modelId="{8505D3D8-1D1A-4655-A0D9-604DB064CF1E}" type="pres">
      <dgm:prSet presAssocID="{51326654-F87C-457C-9DE7-8094D15062BA}" presName="Name0" presStyleCnt="0">
        <dgm:presLayoutVars>
          <dgm:dir/>
          <dgm:animLvl val="lvl"/>
          <dgm:resizeHandles val="exact"/>
        </dgm:presLayoutVars>
      </dgm:prSet>
      <dgm:spPr/>
    </dgm:pt>
    <dgm:pt modelId="{E2F344A3-8A11-42A9-A9BC-F4F64077AEA6}" type="pres">
      <dgm:prSet presAssocID="{5CBA9C09-2569-4EE8-B6E8-C598F1338790}" presName="linNode" presStyleCnt="0"/>
      <dgm:spPr/>
    </dgm:pt>
    <dgm:pt modelId="{07A27D45-8EFB-4189-9AC5-AEF7A751C3B6}" type="pres">
      <dgm:prSet presAssocID="{5CBA9C09-2569-4EE8-B6E8-C598F1338790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9D850AFB-1ACA-408B-8E57-9DE39510A5F1}" type="pres">
      <dgm:prSet presAssocID="{5CBA9C09-2569-4EE8-B6E8-C598F1338790}" presName="descendantText" presStyleLbl="alignAccFollowNode1" presStyleIdx="0" presStyleCnt="3">
        <dgm:presLayoutVars>
          <dgm:bulletEnabled/>
        </dgm:presLayoutVars>
      </dgm:prSet>
      <dgm:spPr/>
    </dgm:pt>
    <dgm:pt modelId="{3DBAB248-7F3F-4937-81F6-624E9DF42105}" type="pres">
      <dgm:prSet presAssocID="{22A36B53-DB54-4B0A-A41D-F4BED1D7A536}" presName="sp" presStyleCnt="0"/>
      <dgm:spPr/>
    </dgm:pt>
    <dgm:pt modelId="{5FBC28B4-F7DB-498F-A6D3-32958BF99A90}" type="pres">
      <dgm:prSet presAssocID="{117F5EB9-D7FC-457B-B656-1D1D78E4816B}" presName="linNode" presStyleCnt="0"/>
      <dgm:spPr/>
    </dgm:pt>
    <dgm:pt modelId="{C74D150C-AD8E-4407-8CFA-FBC38D19D563}" type="pres">
      <dgm:prSet presAssocID="{117F5EB9-D7FC-457B-B656-1D1D78E4816B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76B4A461-D194-4FE9-AC26-5E784DA42AF6}" type="pres">
      <dgm:prSet presAssocID="{117F5EB9-D7FC-457B-B656-1D1D78E4816B}" presName="descendantText" presStyleLbl="alignAccFollowNode1" presStyleIdx="1" presStyleCnt="3">
        <dgm:presLayoutVars>
          <dgm:bulletEnabled/>
        </dgm:presLayoutVars>
      </dgm:prSet>
      <dgm:spPr/>
    </dgm:pt>
    <dgm:pt modelId="{1B87DE31-57E2-42A7-A56E-6D396C762664}" type="pres">
      <dgm:prSet presAssocID="{28ACE9C6-6F66-4FA8-A85E-519719A4D37C}" presName="sp" presStyleCnt="0"/>
      <dgm:spPr/>
    </dgm:pt>
    <dgm:pt modelId="{602B0062-2B9D-4453-B100-76EBD0B23F58}" type="pres">
      <dgm:prSet presAssocID="{F7BBD3C2-61B9-440D-BFAD-46154B6B3E84}" presName="linNode" presStyleCnt="0"/>
      <dgm:spPr/>
    </dgm:pt>
    <dgm:pt modelId="{E84EC0B9-7B8A-475B-B75A-78B65CAD2C32}" type="pres">
      <dgm:prSet presAssocID="{F7BBD3C2-61B9-440D-BFAD-46154B6B3E84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47F264C5-A5D8-4C42-9B3E-2FB69BBBB571}" type="pres">
      <dgm:prSet presAssocID="{F7BBD3C2-61B9-440D-BFAD-46154B6B3E84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4A0A4E18-546B-40C5-8F17-55F5198CB98B}" srcId="{117F5EB9-D7FC-457B-B656-1D1D78E4816B}" destId="{4DB949FE-E820-4BF0-BB0C-8A3445C02EC7}" srcOrd="0" destOrd="0" parTransId="{F77034B3-691D-4E7F-8940-39459DA2239A}" sibTransId="{543170FF-22EB-4C88-85FF-CE1A50BEA7A1}"/>
    <dgm:cxn modelId="{69146F1C-0205-4AA6-81C1-4A20AE9B9A4D}" srcId="{5CBA9C09-2569-4EE8-B6E8-C598F1338790}" destId="{36116B19-EBA4-4FC5-BB1C-228816E07F79}" srcOrd="0" destOrd="0" parTransId="{3D9D3634-A826-4EAD-B582-31A053925643}" sibTransId="{0C27A656-D495-4879-91E5-8DCA46ED6613}"/>
    <dgm:cxn modelId="{12133D42-7AD1-4AA8-AFB5-76080E02EADF}" srcId="{51326654-F87C-457C-9DE7-8094D15062BA}" destId="{5CBA9C09-2569-4EE8-B6E8-C598F1338790}" srcOrd="0" destOrd="0" parTransId="{8A531C99-AE86-44E9-BD3E-C049624AB9C0}" sibTransId="{22A36B53-DB54-4B0A-A41D-F4BED1D7A536}"/>
    <dgm:cxn modelId="{F78DE642-B827-426D-9C94-19F29436199B}" type="presOf" srcId="{402CC4C5-B828-4607-84C1-74E111AFE1F6}" destId="{47F264C5-A5D8-4C42-9B3E-2FB69BBBB571}" srcOrd="0" destOrd="0" presId="urn:microsoft.com/office/officeart/2016/7/layout/VerticalSolidActionList"/>
    <dgm:cxn modelId="{C06D5667-A3CC-41B9-8902-63997AE59586}" type="presOf" srcId="{5CBA9C09-2569-4EE8-B6E8-C598F1338790}" destId="{07A27D45-8EFB-4189-9AC5-AEF7A751C3B6}" srcOrd="0" destOrd="0" presId="urn:microsoft.com/office/officeart/2016/7/layout/VerticalSolidActionList"/>
    <dgm:cxn modelId="{ADFFC672-F5A4-4DF6-A0EC-0B4FA371C345}" type="presOf" srcId="{4DB949FE-E820-4BF0-BB0C-8A3445C02EC7}" destId="{76B4A461-D194-4FE9-AC26-5E784DA42AF6}" srcOrd="0" destOrd="0" presId="urn:microsoft.com/office/officeart/2016/7/layout/VerticalSolidActionList"/>
    <dgm:cxn modelId="{EA279256-7943-4996-8AE3-A7F5CF0EE3D6}" srcId="{51326654-F87C-457C-9DE7-8094D15062BA}" destId="{F7BBD3C2-61B9-440D-BFAD-46154B6B3E84}" srcOrd="2" destOrd="0" parTransId="{222C8709-051D-4BB8-B6F2-775882B64AE5}" sibTransId="{9D0DD8CE-C040-4DFF-B38B-32FB91E0432F}"/>
    <dgm:cxn modelId="{90CBE8A2-F1A3-4892-850A-76FE416D4ADF}" srcId="{51326654-F87C-457C-9DE7-8094D15062BA}" destId="{117F5EB9-D7FC-457B-B656-1D1D78E4816B}" srcOrd="1" destOrd="0" parTransId="{B9D3819B-5F43-4913-A89C-A0EEB2C5C63D}" sibTransId="{28ACE9C6-6F66-4FA8-A85E-519719A4D37C}"/>
    <dgm:cxn modelId="{334AF8AB-9162-4BF9-AB66-808DFC158840}" type="presOf" srcId="{51326654-F87C-457C-9DE7-8094D15062BA}" destId="{8505D3D8-1D1A-4655-A0D9-604DB064CF1E}" srcOrd="0" destOrd="0" presId="urn:microsoft.com/office/officeart/2016/7/layout/VerticalSolidActionList"/>
    <dgm:cxn modelId="{4EF234C0-1230-4A1A-AC05-B310B0FF1B33}" type="presOf" srcId="{F7BBD3C2-61B9-440D-BFAD-46154B6B3E84}" destId="{E84EC0B9-7B8A-475B-B75A-78B65CAD2C32}" srcOrd="0" destOrd="0" presId="urn:microsoft.com/office/officeart/2016/7/layout/VerticalSolidActionList"/>
    <dgm:cxn modelId="{3F8F4CCC-5337-43D5-BF89-FAAA05D6B158}" type="presOf" srcId="{117F5EB9-D7FC-457B-B656-1D1D78E4816B}" destId="{C74D150C-AD8E-4407-8CFA-FBC38D19D563}" srcOrd="0" destOrd="0" presId="urn:microsoft.com/office/officeart/2016/7/layout/VerticalSolidActionList"/>
    <dgm:cxn modelId="{6EDA82F9-748A-4FCA-9783-81A7B61F07DA}" srcId="{F7BBD3C2-61B9-440D-BFAD-46154B6B3E84}" destId="{402CC4C5-B828-4607-84C1-74E111AFE1F6}" srcOrd="0" destOrd="0" parTransId="{A3EFE6E0-F87A-4010-A090-4D98C48D86FB}" sibTransId="{B1717FE4-65F4-4CB0-AF08-54B39566E426}"/>
    <dgm:cxn modelId="{5577BCFD-66B4-4644-877E-8691C9D97BDA}" type="presOf" srcId="{36116B19-EBA4-4FC5-BB1C-228816E07F79}" destId="{9D850AFB-1ACA-408B-8E57-9DE39510A5F1}" srcOrd="0" destOrd="0" presId="urn:microsoft.com/office/officeart/2016/7/layout/VerticalSolidActionList"/>
    <dgm:cxn modelId="{C7823909-CB76-4CFD-8F0E-38CFB1CCE9BB}" type="presParOf" srcId="{8505D3D8-1D1A-4655-A0D9-604DB064CF1E}" destId="{E2F344A3-8A11-42A9-A9BC-F4F64077AEA6}" srcOrd="0" destOrd="0" presId="urn:microsoft.com/office/officeart/2016/7/layout/VerticalSolidActionList"/>
    <dgm:cxn modelId="{FC719690-8F80-4A93-96FC-8437498A3097}" type="presParOf" srcId="{E2F344A3-8A11-42A9-A9BC-F4F64077AEA6}" destId="{07A27D45-8EFB-4189-9AC5-AEF7A751C3B6}" srcOrd="0" destOrd="0" presId="urn:microsoft.com/office/officeart/2016/7/layout/VerticalSolidActionList"/>
    <dgm:cxn modelId="{9779872D-3437-482A-89D4-1A3F227B141F}" type="presParOf" srcId="{E2F344A3-8A11-42A9-A9BC-F4F64077AEA6}" destId="{9D850AFB-1ACA-408B-8E57-9DE39510A5F1}" srcOrd="1" destOrd="0" presId="urn:microsoft.com/office/officeart/2016/7/layout/VerticalSolidActionList"/>
    <dgm:cxn modelId="{4C1504FE-3431-454A-8B01-523FB9F6F109}" type="presParOf" srcId="{8505D3D8-1D1A-4655-A0D9-604DB064CF1E}" destId="{3DBAB248-7F3F-4937-81F6-624E9DF42105}" srcOrd="1" destOrd="0" presId="urn:microsoft.com/office/officeart/2016/7/layout/VerticalSolidActionList"/>
    <dgm:cxn modelId="{38D7411D-4206-48F0-8393-81FCABED0739}" type="presParOf" srcId="{8505D3D8-1D1A-4655-A0D9-604DB064CF1E}" destId="{5FBC28B4-F7DB-498F-A6D3-32958BF99A90}" srcOrd="2" destOrd="0" presId="urn:microsoft.com/office/officeart/2016/7/layout/VerticalSolidActionList"/>
    <dgm:cxn modelId="{B1D05B5E-24BB-4BFF-97A1-597EED296D05}" type="presParOf" srcId="{5FBC28B4-F7DB-498F-A6D3-32958BF99A90}" destId="{C74D150C-AD8E-4407-8CFA-FBC38D19D563}" srcOrd="0" destOrd="0" presId="urn:microsoft.com/office/officeart/2016/7/layout/VerticalSolidActionList"/>
    <dgm:cxn modelId="{A56DAF02-8B96-4F26-A080-97A690664B79}" type="presParOf" srcId="{5FBC28B4-F7DB-498F-A6D3-32958BF99A90}" destId="{76B4A461-D194-4FE9-AC26-5E784DA42AF6}" srcOrd="1" destOrd="0" presId="urn:microsoft.com/office/officeart/2016/7/layout/VerticalSolidActionList"/>
    <dgm:cxn modelId="{4BB62276-0DEA-4663-894E-C755E0C74BF5}" type="presParOf" srcId="{8505D3D8-1D1A-4655-A0D9-604DB064CF1E}" destId="{1B87DE31-57E2-42A7-A56E-6D396C762664}" srcOrd="3" destOrd="0" presId="urn:microsoft.com/office/officeart/2016/7/layout/VerticalSolidActionList"/>
    <dgm:cxn modelId="{BBDEDBEA-D24B-4951-A4EC-3966A53B4DF6}" type="presParOf" srcId="{8505D3D8-1D1A-4655-A0D9-604DB064CF1E}" destId="{602B0062-2B9D-4453-B100-76EBD0B23F58}" srcOrd="4" destOrd="0" presId="urn:microsoft.com/office/officeart/2016/7/layout/VerticalSolidActionList"/>
    <dgm:cxn modelId="{BD35883C-7400-4CA6-AC9D-B64B29E86AAF}" type="presParOf" srcId="{602B0062-2B9D-4453-B100-76EBD0B23F58}" destId="{E84EC0B9-7B8A-475B-B75A-78B65CAD2C32}" srcOrd="0" destOrd="0" presId="urn:microsoft.com/office/officeart/2016/7/layout/VerticalSolidActionList"/>
    <dgm:cxn modelId="{822AAF3C-CAB5-48C3-826E-4CB10EE10FB6}" type="presParOf" srcId="{602B0062-2B9D-4453-B100-76EBD0B23F58}" destId="{47F264C5-A5D8-4C42-9B3E-2FB69BBBB57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DC6E90-7666-474E-AEF3-0F6E84B9F2AD}" type="doc">
      <dgm:prSet loTypeId="urn:microsoft.com/office/officeart/2005/8/layout/b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65530B-4E78-42B3-B61F-D785CD775E19}">
      <dgm:prSet/>
      <dgm:spPr/>
      <dgm:t>
        <a:bodyPr/>
        <a:lstStyle/>
        <a:p>
          <a:r>
            <a:rPr lang="en-US"/>
            <a:t>1. Upload CSV</a:t>
          </a:r>
        </a:p>
      </dgm:t>
    </dgm:pt>
    <dgm:pt modelId="{32070C52-2E96-4A7B-A8DD-FB9D2AF8951A}" type="parTrans" cxnId="{72AA5097-C910-4F4D-9929-9EE7A694EEB3}">
      <dgm:prSet/>
      <dgm:spPr/>
      <dgm:t>
        <a:bodyPr/>
        <a:lstStyle/>
        <a:p>
          <a:endParaRPr lang="en-US"/>
        </a:p>
      </dgm:t>
    </dgm:pt>
    <dgm:pt modelId="{98E43AA1-F7EF-4485-8550-6FB367474B99}" type="sibTrans" cxnId="{72AA5097-C910-4F4D-9929-9EE7A694EEB3}">
      <dgm:prSet/>
      <dgm:spPr/>
      <dgm:t>
        <a:bodyPr/>
        <a:lstStyle/>
        <a:p>
          <a:endParaRPr lang="en-US"/>
        </a:p>
      </dgm:t>
    </dgm:pt>
    <dgm:pt modelId="{C4F0A079-4F8D-4903-BAD5-F3C094E7A948}">
      <dgm:prSet/>
      <dgm:spPr/>
      <dgm:t>
        <a:bodyPr/>
        <a:lstStyle/>
        <a:p>
          <a:r>
            <a:rPr lang="en-US"/>
            <a:t>2. Analyze up to 100 tweets</a:t>
          </a:r>
        </a:p>
      </dgm:t>
    </dgm:pt>
    <dgm:pt modelId="{BEE96536-3C18-47A5-BA93-7EBABB8BFA29}" type="parTrans" cxnId="{BF686AA8-F17F-49D4-9A05-4E8695C2307C}">
      <dgm:prSet/>
      <dgm:spPr/>
      <dgm:t>
        <a:bodyPr/>
        <a:lstStyle/>
        <a:p>
          <a:endParaRPr lang="en-US"/>
        </a:p>
      </dgm:t>
    </dgm:pt>
    <dgm:pt modelId="{FB1B15C0-4BF9-4361-8B69-920A7C17972F}" type="sibTrans" cxnId="{BF686AA8-F17F-49D4-9A05-4E8695C2307C}">
      <dgm:prSet/>
      <dgm:spPr/>
      <dgm:t>
        <a:bodyPr/>
        <a:lstStyle/>
        <a:p>
          <a:endParaRPr lang="en-US"/>
        </a:p>
      </dgm:t>
    </dgm:pt>
    <dgm:pt modelId="{E4A020AF-4F17-4A37-BF87-EC6FAF9B9244}">
      <dgm:prSet/>
      <dgm:spPr/>
      <dgm:t>
        <a:bodyPr/>
        <a:lstStyle/>
        <a:p>
          <a:r>
            <a:rPr lang="en-US"/>
            <a:t>3. Output:</a:t>
          </a:r>
        </a:p>
      </dgm:t>
    </dgm:pt>
    <dgm:pt modelId="{698B57D6-A9EA-4E1C-8AD1-7A2C265BBCA0}" type="parTrans" cxnId="{CA92ACBD-5930-4961-8A54-585A7AD05407}">
      <dgm:prSet/>
      <dgm:spPr/>
      <dgm:t>
        <a:bodyPr/>
        <a:lstStyle/>
        <a:p>
          <a:endParaRPr lang="en-US"/>
        </a:p>
      </dgm:t>
    </dgm:pt>
    <dgm:pt modelId="{23E2E9A8-3006-403C-90FF-C7DBE5812140}" type="sibTrans" cxnId="{CA92ACBD-5930-4961-8A54-585A7AD05407}">
      <dgm:prSet/>
      <dgm:spPr/>
      <dgm:t>
        <a:bodyPr/>
        <a:lstStyle/>
        <a:p>
          <a:endParaRPr lang="en-US"/>
        </a:p>
      </dgm:t>
    </dgm:pt>
    <dgm:pt modelId="{C75E7652-E41D-4413-BB20-DBA16CBD5A55}">
      <dgm:prSet/>
      <dgm:spPr/>
      <dgm:t>
        <a:bodyPr/>
        <a:lstStyle/>
        <a:p>
          <a:r>
            <a:rPr lang="en-US"/>
            <a:t>- Sentiment label</a:t>
          </a:r>
        </a:p>
      </dgm:t>
    </dgm:pt>
    <dgm:pt modelId="{1F551B40-FAA5-4162-8118-8E8C7BBE6CE7}" type="parTrans" cxnId="{EE6E3D92-2C88-4858-A8DD-64B50421A050}">
      <dgm:prSet/>
      <dgm:spPr/>
      <dgm:t>
        <a:bodyPr/>
        <a:lstStyle/>
        <a:p>
          <a:endParaRPr lang="en-US"/>
        </a:p>
      </dgm:t>
    </dgm:pt>
    <dgm:pt modelId="{5BDD4DD2-872E-4DB5-A1CE-3A3C420DBDD3}" type="sibTrans" cxnId="{EE6E3D92-2C88-4858-A8DD-64B50421A050}">
      <dgm:prSet/>
      <dgm:spPr/>
      <dgm:t>
        <a:bodyPr/>
        <a:lstStyle/>
        <a:p>
          <a:endParaRPr lang="en-US"/>
        </a:p>
      </dgm:t>
    </dgm:pt>
    <dgm:pt modelId="{C43D99F2-D92E-4D1F-BA5B-9A1C86F55699}">
      <dgm:prSet/>
      <dgm:spPr/>
      <dgm:t>
        <a:bodyPr/>
        <a:lstStyle/>
        <a:p>
          <a:r>
            <a:rPr lang="en-US"/>
            <a:t>- Confidence</a:t>
          </a:r>
        </a:p>
      </dgm:t>
    </dgm:pt>
    <dgm:pt modelId="{DF1FEF89-D886-4526-8173-4EA0CFD58911}" type="parTrans" cxnId="{811B5151-4A0D-43BC-9A7B-D653060959C1}">
      <dgm:prSet/>
      <dgm:spPr/>
      <dgm:t>
        <a:bodyPr/>
        <a:lstStyle/>
        <a:p>
          <a:endParaRPr lang="en-US"/>
        </a:p>
      </dgm:t>
    </dgm:pt>
    <dgm:pt modelId="{EA44A81E-71AF-463C-B152-49E83B543CC5}" type="sibTrans" cxnId="{811B5151-4A0D-43BC-9A7B-D653060959C1}">
      <dgm:prSet/>
      <dgm:spPr/>
      <dgm:t>
        <a:bodyPr/>
        <a:lstStyle/>
        <a:p>
          <a:endParaRPr lang="en-US"/>
        </a:p>
      </dgm:t>
    </dgm:pt>
    <dgm:pt modelId="{E3518488-9B9A-4479-9E33-82B51620E40E}">
      <dgm:prSet/>
      <dgm:spPr/>
      <dgm:t>
        <a:bodyPr/>
        <a:lstStyle/>
        <a:p>
          <a:r>
            <a:rPr lang="en-US"/>
            <a:t>- Tweet content</a:t>
          </a:r>
        </a:p>
      </dgm:t>
    </dgm:pt>
    <dgm:pt modelId="{252A5C21-A38A-4EB8-9466-DA5A06206264}" type="parTrans" cxnId="{860CF5FD-B28E-4DF7-A854-44BD15103EBC}">
      <dgm:prSet/>
      <dgm:spPr/>
      <dgm:t>
        <a:bodyPr/>
        <a:lstStyle/>
        <a:p>
          <a:endParaRPr lang="en-US"/>
        </a:p>
      </dgm:t>
    </dgm:pt>
    <dgm:pt modelId="{A9027EAD-72BE-4AD1-B7A6-F12A1DB46F1C}" type="sibTrans" cxnId="{860CF5FD-B28E-4DF7-A854-44BD15103EBC}">
      <dgm:prSet/>
      <dgm:spPr/>
      <dgm:t>
        <a:bodyPr/>
        <a:lstStyle/>
        <a:p>
          <a:endParaRPr lang="en-US"/>
        </a:p>
      </dgm:t>
    </dgm:pt>
    <dgm:pt modelId="{54249653-6E5D-44F0-B688-584AC8FAC723}">
      <dgm:prSet/>
      <dgm:spPr/>
      <dgm:t>
        <a:bodyPr/>
        <a:lstStyle/>
        <a:p>
          <a:r>
            <a:rPr lang="en-US"/>
            <a:t>- Date (if available)</a:t>
          </a:r>
        </a:p>
      </dgm:t>
    </dgm:pt>
    <dgm:pt modelId="{7B19053A-AFE6-4E4E-89CF-8A35CFCDDDB8}" type="parTrans" cxnId="{5467A1CD-81B7-4C71-ADDD-60FFCE6CC697}">
      <dgm:prSet/>
      <dgm:spPr/>
      <dgm:t>
        <a:bodyPr/>
        <a:lstStyle/>
        <a:p>
          <a:endParaRPr lang="en-US"/>
        </a:p>
      </dgm:t>
    </dgm:pt>
    <dgm:pt modelId="{C3290DF6-4B61-4348-84E5-C16E82F3ED4E}" type="sibTrans" cxnId="{5467A1CD-81B7-4C71-ADDD-60FFCE6CC697}">
      <dgm:prSet/>
      <dgm:spPr/>
      <dgm:t>
        <a:bodyPr/>
        <a:lstStyle/>
        <a:p>
          <a:endParaRPr lang="en-US"/>
        </a:p>
      </dgm:t>
    </dgm:pt>
    <dgm:pt modelId="{82FB5257-0FA0-4280-B35B-C46DB6275B35}">
      <dgm:prSet/>
      <dgm:spPr/>
      <dgm:t>
        <a:bodyPr/>
        <a:lstStyle/>
        <a:p>
          <a:r>
            <a:rPr lang="en-US"/>
            <a:t>4. Generate visualizations:</a:t>
          </a:r>
        </a:p>
      </dgm:t>
    </dgm:pt>
    <dgm:pt modelId="{43C53412-552A-4DA8-AB22-C7FACB0A56F9}" type="parTrans" cxnId="{11DB1D2D-37C6-4541-BBC4-728DBE31D20F}">
      <dgm:prSet/>
      <dgm:spPr/>
      <dgm:t>
        <a:bodyPr/>
        <a:lstStyle/>
        <a:p>
          <a:endParaRPr lang="en-US"/>
        </a:p>
      </dgm:t>
    </dgm:pt>
    <dgm:pt modelId="{277EF45F-B14B-42F0-9780-64E042025DB2}" type="sibTrans" cxnId="{11DB1D2D-37C6-4541-BBC4-728DBE31D20F}">
      <dgm:prSet/>
      <dgm:spPr/>
      <dgm:t>
        <a:bodyPr/>
        <a:lstStyle/>
        <a:p>
          <a:endParaRPr lang="en-US"/>
        </a:p>
      </dgm:t>
    </dgm:pt>
    <dgm:pt modelId="{45448D88-6567-449D-A74F-B048800E9EE2}">
      <dgm:prSet/>
      <dgm:spPr/>
      <dgm:t>
        <a:bodyPr/>
        <a:lstStyle/>
        <a:p>
          <a:r>
            <a:rPr lang="en-US"/>
            <a:t>- Bar chart  - Line chart</a:t>
          </a:r>
        </a:p>
      </dgm:t>
    </dgm:pt>
    <dgm:pt modelId="{298B9BAD-07E4-4FE3-8163-9AC454914FD1}" type="parTrans" cxnId="{24E6D64E-BB55-470D-94FC-9D0595E366AF}">
      <dgm:prSet/>
      <dgm:spPr/>
      <dgm:t>
        <a:bodyPr/>
        <a:lstStyle/>
        <a:p>
          <a:endParaRPr lang="en-US"/>
        </a:p>
      </dgm:t>
    </dgm:pt>
    <dgm:pt modelId="{35BC93BE-ABAF-45F4-A426-978C70448487}" type="sibTrans" cxnId="{24E6D64E-BB55-470D-94FC-9D0595E366AF}">
      <dgm:prSet/>
      <dgm:spPr/>
      <dgm:t>
        <a:bodyPr/>
        <a:lstStyle/>
        <a:p>
          <a:endParaRPr lang="en-US"/>
        </a:p>
      </dgm:t>
    </dgm:pt>
    <dgm:pt modelId="{FC2675FC-3C14-4829-AA7E-590CD8213F13}" type="pres">
      <dgm:prSet presAssocID="{C5DC6E90-7666-474E-AEF3-0F6E84B9F2AD}" presName="Name0" presStyleCnt="0">
        <dgm:presLayoutVars>
          <dgm:dir/>
          <dgm:resizeHandles/>
        </dgm:presLayoutVars>
      </dgm:prSet>
      <dgm:spPr/>
    </dgm:pt>
    <dgm:pt modelId="{CB974664-DE7B-436D-8813-1F54ECBC5DB9}" type="pres">
      <dgm:prSet presAssocID="{6E65530B-4E78-42B3-B61F-D785CD775E19}" presName="compNode" presStyleCnt="0"/>
      <dgm:spPr/>
    </dgm:pt>
    <dgm:pt modelId="{A253D77F-7CAD-402A-9ACE-3C6D54C1D841}" type="pres">
      <dgm:prSet presAssocID="{6E65530B-4E78-42B3-B61F-D785CD775E19}" presName="dummyConnPt" presStyleCnt="0"/>
      <dgm:spPr/>
    </dgm:pt>
    <dgm:pt modelId="{0262361B-756E-4C9B-8A03-C081E674C73D}" type="pres">
      <dgm:prSet presAssocID="{6E65530B-4E78-42B3-B61F-D785CD775E19}" presName="node" presStyleLbl="node1" presStyleIdx="0" presStyleCnt="9">
        <dgm:presLayoutVars>
          <dgm:bulletEnabled val="1"/>
        </dgm:presLayoutVars>
      </dgm:prSet>
      <dgm:spPr/>
    </dgm:pt>
    <dgm:pt modelId="{FBF8BF60-EDBF-43EA-AB58-0FAE21AA55BF}" type="pres">
      <dgm:prSet presAssocID="{98E43AA1-F7EF-4485-8550-6FB367474B99}" presName="sibTrans" presStyleLbl="bgSibTrans2D1" presStyleIdx="0" presStyleCnt="8"/>
      <dgm:spPr/>
    </dgm:pt>
    <dgm:pt modelId="{A2D67E5B-09FF-4F0C-839C-AFC4A00D5657}" type="pres">
      <dgm:prSet presAssocID="{C4F0A079-4F8D-4903-BAD5-F3C094E7A948}" presName="compNode" presStyleCnt="0"/>
      <dgm:spPr/>
    </dgm:pt>
    <dgm:pt modelId="{8B0CBA9E-87C7-466D-9374-0254419DF576}" type="pres">
      <dgm:prSet presAssocID="{C4F0A079-4F8D-4903-BAD5-F3C094E7A948}" presName="dummyConnPt" presStyleCnt="0"/>
      <dgm:spPr/>
    </dgm:pt>
    <dgm:pt modelId="{199CDF8A-CBCA-40B8-AAE4-6BC6CA44EDFF}" type="pres">
      <dgm:prSet presAssocID="{C4F0A079-4F8D-4903-BAD5-F3C094E7A948}" presName="node" presStyleLbl="node1" presStyleIdx="1" presStyleCnt="9">
        <dgm:presLayoutVars>
          <dgm:bulletEnabled val="1"/>
        </dgm:presLayoutVars>
      </dgm:prSet>
      <dgm:spPr/>
    </dgm:pt>
    <dgm:pt modelId="{A0F9DC9D-7028-4278-98A9-2D7D535EBEBE}" type="pres">
      <dgm:prSet presAssocID="{FB1B15C0-4BF9-4361-8B69-920A7C17972F}" presName="sibTrans" presStyleLbl="bgSibTrans2D1" presStyleIdx="1" presStyleCnt="8"/>
      <dgm:spPr/>
    </dgm:pt>
    <dgm:pt modelId="{9BC5585E-EB53-440E-9308-E05B6444E6BC}" type="pres">
      <dgm:prSet presAssocID="{E4A020AF-4F17-4A37-BF87-EC6FAF9B9244}" presName="compNode" presStyleCnt="0"/>
      <dgm:spPr/>
    </dgm:pt>
    <dgm:pt modelId="{5F287F4B-F0EC-4620-9468-D8111B90C991}" type="pres">
      <dgm:prSet presAssocID="{E4A020AF-4F17-4A37-BF87-EC6FAF9B9244}" presName="dummyConnPt" presStyleCnt="0"/>
      <dgm:spPr/>
    </dgm:pt>
    <dgm:pt modelId="{594701A4-7685-4BDF-9E2C-E6F7CEF3642F}" type="pres">
      <dgm:prSet presAssocID="{E4A020AF-4F17-4A37-BF87-EC6FAF9B9244}" presName="node" presStyleLbl="node1" presStyleIdx="2" presStyleCnt="9">
        <dgm:presLayoutVars>
          <dgm:bulletEnabled val="1"/>
        </dgm:presLayoutVars>
      </dgm:prSet>
      <dgm:spPr/>
    </dgm:pt>
    <dgm:pt modelId="{BFB99C10-0A8D-43FC-922F-ED9ABC5A98FF}" type="pres">
      <dgm:prSet presAssocID="{23E2E9A8-3006-403C-90FF-C7DBE5812140}" presName="sibTrans" presStyleLbl="bgSibTrans2D1" presStyleIdx="2" presStyleCnt="8"/>
      <dgm:spPr/>
    </dgm:pt>
    <dgm:pt modelId="{D0F3D89D-BF07-4586-BB02-5FAF025986DF}" type="pres">
      <dgm:prSet presAssocID="{C75E7652-E41D-4413-BB20-DBA16CBD5A55}" presName="compNode" presStyleCnt="0"/>
      <dgm:spPr/>
    </dgm:pt>
    <dgm:pt modelId="{14B3E750-806C-452A-995D-3559E10200FD}" type="pres">
      <dgm:prSet presAssocID="{C75E7652-E41D-4413-BB20-DBA16CBD5A55}" presName="dummyConnPt" presStyleCnt="0"/>
      <dgm:spPr/>
    </dgm:pt>
    <dgm:pt modelId="{0CB01D89-9FB3-456D-B294-7C241DDA2AAE}" type="pres">
      <dgm:prSet presAssocID="{C75E7652-E41D-4413-BB20-DBA16CBD5A55}" presName="node" presStyleLbl="node1" presStyleIdx="3" presStyleCnt="9">
        <dgm:presLayoutVars>
          <dgm:bulletEnabled val="1"/>
        </dgm:presLayoutVars>
      </dgm:prSet>
      <dgm:spPr/>
    </dgm:pt>
    <dgm:pt modelId="{F8F8F222-0052-408C-B68F-FF32130C2FD8}" type="pres">
      <dgm:prSet presAssocID="{5BDD4DD2-872E-4DB5-A1CE-3A3C420DBDD3}" presName="sibTrans" presStyleLbl="bgSibTrans2D1" presStyleIdx="3" presStyleCnt="8"/>
      <dgm:spPr/>
    </dgm:pt>
    <dgm:pt modelId="{0FD28106-24CF-42A3-87F4-E05F17818098}" type="pres">
      <dgm:prSet presAssocID="{C43D99F2-D92E-4D1F-BA5B-9A1C86F55699}" presName="compNode" presStyleCnt="0"/>
      <dgm:spPr/>
    </dgm:pt>
    <dgm:pt modelId="{A3CE43AE-B26A-46A3-9926-62B6719F2A9B}" type="pres">
      <dgm:prSet presAssocID="{C43D99F2-D92E-4D1F-BA5B-9A1C86F55699}" presName="dummyConnPt" presStyleCnt="0"/>
      <dgm:spPr/>
    </dgm:pt>
    <dgm:pt modelId="{2D7BFBDD-CA34-4067-8878-C525E1C2E062}" type="pres">
      <dgm:prSet presAssocID="{C43D99F2-D92E-4D1F-BA5B-9A1C86F55699}" presName="node" presStyleLbl="node1" presStyleIdx="4" presStyleCnt="9">
        <dgm:presLayoutVars>
          <dgm:bulletEnabled val="1"/>
        </dgm:presLayoutVars>
      </dgm:prSet>
      <dgm:spPr/>
    </dgm:pt>
    <dgm:pt modelId="{2A8BC28A-D5DB-49FB-A5D1-A72C779D0A72}" type="pres">
      <dgm:prSet presAssocID="{EA44A81E-71AF-463C-B152-49E83B543CC5}" presName="sibTrans" presStyleLbl="bgSibTrans2D1" presStyleIdx="4" presStyleCnt="8"/>
      <dgm:spPr/>
    </dgm:pt>
    <dgm:pt modelId="{2F89ADC2-54F3-4B98-89CB-ED65953F9204}" type="pres">
      <dgm:prSet presAssocID="{E3518488-9B9A-4479-9E33-82B51620E40E}" presName="compNode" presStyleCnt="0"/>
      <dgm:spPr/>
    </dgm:pt>
    <dgm:pt modelId="{678E6863-F660-4133-9BA2-ACE2FDE98D4A}" type="pres">
      <dgm:prSet presAssocID="{E3518488-9B9A-4479-9E33-82B51620E40E}" presName="dummyConnPt" presStyleCnt="0"/>
      <dgm:spPr/>
    </dgm:pt>
    <dgm:pt modelId="{200EC128-51BA-436B-B8C2-2F76B3A610B0}" type="pres">
      <dgm:prSet presAssocID="{E3518488-9B9A-4479-9E33-82B51620E40E}" presName="node" presStyleLbl="node1" presStyleIdx="5" presStyleCnt="9">
        <dgm:presLayoutVars>
          <dgm:bulletEnabled val="1"/>
        </dgm:presLayoutVars>
      </dgm:prSet>
      <dgm:spPr/>
    </dgm:pt>
    <dgm:pt modelId="{7DDDB3FD-89FE-4204-AF1E-CE2023F92711}" type="pres">
      <dgm:prSet presAssocID="{A9027EAD-72BE-4AD1-B7A6-F12A1DB46F1C}" presName="sibTrans" presStyleLbl="bgSibTrans2D1" presStyleIdx="5" presStyleCnt="8"/>
      <dgm:spPr/>
    </dgm:pt>
    <dgm:pt modelId="{60D1B1D5-84C3-454E-8B6A-F2AF4A48C76A}" type="pres">
      <dgm:prSet presAssocID="{54249653-6E5D-44F0-B688-584AC8FAC723}" presName="compNode" presStyleCnt="0"/>
      <dgm:spPr/>
    </dgm:pt>
    <dgm:pt modelId="{C09AC2E0-D54B-41D7-BEFC-0CB0470C32DF}" type="pres">
      <dgm:prSet presAssocID="{54249653-6E5D-44F0-B688-584AC8FAC723}" presName="dummyConnPt" presStyleCnt="0"/>
      <dgm:spPr/>
    </dgm:pt>
    <dgm:pt modelId="{0D9E94EA-81C1-4D91-9196-41D5352D41CC}" type="pres">
      <dgm:prSet presAssocID="{54249653-6E5D-44F0-B688-584AC8FAC723}" presName="node" presStyleLbl="node1" presStyleIdx="6" presStyleCnt="9">
        <dgm:presLayoutVars>
          <dgm:bulletEnabled val="1"/>
        </dgm:presLayoutVars>
      </dgm:prSet>
      <dgm:spPr/>
    </dgm:pt>
    <dgm:pt modelId="{9B7454E6-8D37-439D-A952-48FBD0DAA727}" type="pres">
      <dgm:prSet presAssocID="{C3290DF6-4B61-4348-84E5-C16E82F3ED4E}" presName="sibTrans" presStyleLbl="bgSibTrans2D1" presStyleIdx="6" presStyleCnt="8"/>
      <dgm:spPr/>
    </dgm:pt>
    <dgm:pt modelId="{CF1C8C36-0AF6-4339-8BA4-E38D1797487D}" type="pres">
      <dgm:prSet presAssocID="{82FB5257-0FA0-4280-B35B-C46DB6275B35}" presName="compNode" presStyleCnt="0"/>
      <dgm:spPr/>
    </dgm:pt>
    <dgm:pt modelId="{2662C65F-E25C-4051-B5CC-13F724D5170D}" type="pres">
      <dgm:prSet presAssocID="{82FB5257-0FA0-4280-B35B-C46DB6275B35}" presName="dummyConnPt" presStyleCnt="0"/>
      <dgm:spPr/>
    </dgm:pt>
    <dgm:pt modelId="{7DEBF4A7-A718-4DB4-BED0-AB65BDEB21C4}" type="pres">
      <dgm:prSet presAssocID="{82FB5257-0FA0-4280-B35B-C46DB6275B35}" presName="node" presStyleLbl="node1" presStyleIdx="7" presStyleCnt="9">
        <dgm:presLayoutVars>
          <dgm:bulletEnabled val="1"/>
        </dgm:presLayoutVars>
      </dgm:prSet>
      <dgm:spPr/>
    </dgm:pt>
    <dgm:pt modelId="{C443CC8F-C6C2-4807-8758-E85921459503}" type="pres">
      <dgm:prSet presAssocID="{277EF45F-B14B-42F0-9780-64E042025DB2}" presName="sibTrans" presStyleLbl="bgSibTrans2D1" presStyleIdx="7" presStyleCnt="8"/>
      <dgm:spPr/>
    </dgm:pt>
    <dgm:pt modelId="{F0E5CB69-D435-43F2-AE8E-10B7CF4A8AF7}" type="pres">
      <dgm:prSet presAssocID="{45448D88-6567-449D-A74F-B048800E9EE2}" presName="compNode" presStyleCnt="0"/>
      <dgm:spPr/>
    </dgm:pt>
    <dgm:pt modelId="{0B633BC4-FEDC-454A-B693-225EFF133E66}" type="pres">
      <dgm:prSet presAssocID="{45448D88-6567-449D-A74F-B048800E9EE2}" presName="dummyConnPt" presStyleCnt="0"/>
      <dgm:spPr/>
    </dgm:pt>
    <dgm:pt modelId="{161FE4B0-DAC3-4EE3-9460-D0C517CBF03C}" type="pres">
      <dgm:prSet presAssocID="{45448D88-6567-449D-A74F-B048800E9EE2}" presName="node" presStyleLbl="node1" presStyleIdx="8" presStyleCnt="9">
        <dgm:presLayoutVars>
          <dgm:bulletEnabled val="1"/>
        </dgm:presLayoutVars>
      </dgm:prSet>
      <dgm:spPr/>
    </dgm:pt>
  </dgm:ptLst>
  <dgm:cxnLst>
    <dgm:cxn modelId="{9DADDC1B-115E-4573-8088-300F19E91DAD}" type="presOf" srcId="{C4F0A079-4F8D-4903-BAD5-F3C094E7A948}" destId="{199CDF8A-CBCA-40B8-AAE4-6BC6CA44EDFF}" srcOrd="0" destOrd="0" presId="urn:microsoft.com/office/officeart/2005/8/layout/bProcess4"/>
    <dgm:cxn modelId="{BD3EF41F-CB50-4BCA-BF6F-CF4CE6ED4561}" type="presOf" srcId="{277EF45F-B14B-42F0-9780-64E042025DB2}" destId="{C443CC8F-C6C2-4807-8758-E85921459503}" srcOrd="0" destOrd="0" presId="urn:microsoft.com/office/officeart/2005/8/layout/bProcess4"/>
    <dgm:cxn modelId="{7F8AA221-C94B-46F6-9445-6046976EE83B}" type="presOf" srcId="{E3518488-9B9A-4479-9E33-82B51620E40E}" destId="{200EC128-51BA-436B-B8C2-2F76B3A610B0}" srcOrd="0" destOrd="0" presId="urn:microsoft.com/office/officeart/2005/8/layout/bProcess4"/>
    <dgm:cxn modelId="{11DB1D2D-37C6-4541-BBC4-728DBE31D20F}" srcId="{C5DC6E90-7666-474E-AEF3-0F6E84B9F2AD}" destId="{82FB5257-0FA0-4280-B35B-C46DB6275B35}" srcOrd="7" destOrd="0" parTransId="{43C53412-552A-4DA8-AB22-C7FACB0A56F9}" sibTransId="{277EF45F-B14B-42F0-9780-64E042025DB2}"/>
    <dgm:cxn modelId="{465F282E-2394-4C4F-9402-755DD5A2B58D}" type="presOf" srcId="{98E43AA1-F7EF-4485-8550-6FB367474B99}" destId="{FBF8BF60-EDBF-43EA-AB58-0FAE21AA55BF}" srcOrd="0" destOrd="0" presId="urn:microsoft.com/office/officeart/2005/8/layout/bProcess4"/>
    <dgm:cxn modelId="{39B2883B-876C-4DB4-A8F6-D66356C0B102}" type="presOf" srcId="{54249653-6E5D-44F0-B688-584AC8FAC723}" destId="{0D9E94EA-81C1-4D91-9196-41D5352D41CC}" srcOrd="0" destOrd="0" presId="urn:microsoft.com/office/officeart/2005/8/layout/bProcess4"/>
    <dgm:cxn modelId="{6DA0253C-DEB4-4203-945E-F698498FED18}" type="presOf" srcId="{C3290DF6-4B61-4348-84E5-C16E82F3ED4E}" destId="{9B7454E6-8D37-439D-A952-48FBD0DAA727}" srcOrd="0" destOrd="0" presId="urn:microsoft.com/office/officeart/2005/8/layout/bProcess4"/>
    <dgm:cxn modelId="{707FC16B-BF9C-42DF-94AD-D85851B717ED}" type="presOf" srcId="{EA44A81E-71AF-463C-B152-49E83B543CC5}" destId="{2A8BC28A-D5DB-49FB-A5D1-A72C779D0A72}" srcOrd="0" destOrd="0" presId="urn:microsoft.com/office/officeart/2005/8/layout/bProcess4"/>
    <dgm:cxn modelId="{24E6D64E-BB55-470D-94FC-9D0595E366AF}" srcId="{C5DC6E90-7666-474E-AEF3-0F6E84B9F2AD}" destId="{45448D88-6567-449D-A74F-B048800E9EE2}" srcOrd="8" destOrd="0" parTransId="{298B9BAD-07E4-4FE3-8163-9AC454914FD1}" sibTransId="{35BC93BE-ABAF-45F4-A426-978C70448487}"/>
    <dgm:cxn modelId="{811B5151-4A0D-43BC-9A7B-D653060959C1}" srcId="{C5DC6E90-7666-474E-AEF3-0F6E84B9F2AD}" destId="{C43D99F2-D92E-4D1F-BA5B-9A1C86F55699}" srcOrd="4" destOrd="0" parTransId="{DF1FEF89-D886-4526-8173-4EA0CFD58911}" sibTransId="{EA44A81E-71AF-463C-B152-49E83B543CC5}"/>
    <dgm:cxn modelId="{BAF45972-1096-4157-90BE-B2B3AA12925A}" type="presOf" srcId="{A9027EAD-72BE-4AD1-B7A6-F12A1DB46F1C}" destId="{7DDDB3FD-89FE-4204-AF1E-CE2023F92711}" srcOrd="0" destOrd="0" presId="urn:microsoft.com/office/officeart/2005/8/layout/bProcess4"/>
    <dgm:cxn modelId="{3AF0788D-EE2B-4BCF-B665-4E0B83362EB3}" type="presOf" srcId="{5BDD4DD2-872E-4DB5-A1CE-3A3C420DBDD3}" destId="{F8F8F222-0052-408C-B68F-FF32130C2FD8}" srcOrd="0" destOrd="0" presId="urn:microsoft.com/office/officeart/2005/8/layout/bProcess4"/>
    <dgm:cxn modelId="{EE6E3D92-2C88-4858-A8DD-64B50421A050}" srcId="{C5DC6E90-7666-474E-AEF3-0F6E84B9F2AD}" destId="{C75E7652-E41D-4413-BB20-DBA16CBD5A55}" srcOrd="3" destOrd="0" parTransId="{1F551B40-FAA5-4162-8118-8E8C7BBE6CE7}" sibTransId="{5BDD4DD2-872E-4DB5-A1CE-3A3C420DBDD3}"/>
    <dgm:cxn modelId="{72AA5097-C910-4F4D-9929-9EE7A694EEB3}" srcId="{C5DC6E90-7666-474E-AEF3-0F6E84B9F2AD}" destId="{6E65530B-4E78-42B3-B61F-D785CD775E19}" srcOrd="0" destOrd="0" parTransId="{32070C52-2E96-4A7B-A8DD-FB9D2AF8951A}" sibTransId="{98E43AA1-F7EF-4485-8550-6FB367474B99}"/>
    <dgm:cxn modelId="{F474359F-C716-4333-AF9A-C55D063527F6}" type="presOf" srcId="{6E65530B-4E78-42B3-B61F-D785CD775E19}" destId="{0262361B-756E-4C9B-8A03-C081E674C73D}" srcOrd="0" destOrd="0" presId="urn:microsoft.com/office/officeart/2005/8/layout/bProcess4"/>
    <dgm:cxn modelId="{FA14B4A1-2EA5-49DE-BA81-7D8A891F43AD}" type="presOf" srcId="{23E2E9A8-3006-403C-90FF-C7DBE5812140}" destId="{BFB99C10-0A8D-43FC-922F-ED9ABC5A98FF}" srcOrd="0" destOrd="0" presId="urn:microsoft.com/office/officeart/2005/8/layout/bProcess4"/>
    <dgm:cxn modelId="{F94069A6-D1E8-4634-AEC9-239520FFDEE3}" type="presOf" srcId="{FB1B15C0-4BF9-4361-8B69-920A7C17972F}" destId="{A0F9DC9D-7028-4278-98A9-2D7D535EBEBE}" srcOrd="0" destOrd="0" presId="urn:microsoft.com/office/officeart/2005/8/layout/bProcess4"/>
    <dgm:cxn modelId="{D3EE97A6-0929-4F25-A06B-BBB65BE45DC2}" type="presOf" srcId="{C43D99F2-D92E-4D1F-BA5B-9A1C86F55699}" destId="{2D7BFBDD-CA34-4067-8878-C525E1C2E062}" srcOrd="0" destOrd="0" presId="urn:microsoft.com/office/officeart/2005/8/layout/bProcess4"/>
    <dgm:cxn modelId="{BF686AA8-F17F-49D4-9A05-4E8695C2307C}" srcId="{C5DC6E90-7666-474E-AEF3-0F6E84B9F2AD}" destId="{C4F0A079-4F8D-4903-BAD5-F3C094E7A948}" srcOrd="1" destOrd="0" parTransId="{BEE96536-3C18-47A5-BA93-7EBABB8BFA29}" sibTransId="{FB1B15C0-4BF9-4361-8B69-920A7C17972F}"/>
    <dgm:cxn modelId="{F206CBB3-0502-420A-9186-7AE52EE441B5}" type="presOf" srcId="{45448D88-6567-449D-A74F-B048800E9EE2}" destId="{161FE4B0-DAC3-4EE3-9460-D0C517CBF03C}" srcOrd="0" destOrd="0" presId="urn:microsoft.com/office/officeart/2005/8/layout/bProcess4"/>
    <dgm:cxn modelId="{CA92ACBD-5930-4961-8A54-585A7AD05407}" srcId="{C5DC6E90-7666-474E-AEF3-0F6E84B9F2AD}" destId="{E4A020AF-4F17-4A37-BF87-EC6FAF9B9244}" srcOrd="2" destOrd="0" parTransId="{698B57D6-A9EA-4E1C-8AD1-7A2C265BBCA0}" sibTransId="{23E2E9A8-3006-403C-90FF-C7DBE5812140}"/>
    <dgm:cxn modelId="{8A1454C1-C0E2-419C-9D9F-59913A6FAA1B}" type="presOf" srcId="{E4A020AF-4F17-4A37-BF87-EC6FAF9B9244}" destId="{594701A4-7685-4BDF-9E2C-E6F7CEF3642F}" srcOrd="0" destOrd="0" presId="urn:microsoft.com/office/officeart/2005/8/layout/bProcess4"/>
    <dgm:cxn modelId="{5467A1CD-81B7-4C71-ADDD-60FFCE6CC697}" srcId="{C5DC6E90-7666-474E-AEF3-0F6E84B9F2AD}" destId="{54249653-6E5D-44F0-B688-584AC8FAC723}" srcOrd="6" destOrd="0" parTransId="{7B19053A-AFE6-4E4E-89CF-8A35CFCDDDB8}" sibTransId="{C3290DF6-4B61-4348-84E5-C16E82F3ED4E}"/>
    <dgm:cxn modelId="{21FAF4CE-6860-4C03-9199-4138BF7973D9}" type="presOf" srcId="{C5DC6E90-7666-474E-AEF3-0F6E84B9F2AD}" destId="{FC2675FC-3C14-4829-AA7E-590CD8213F13}" srcOrd="0" destOrd="0" presId="urn:microsoft.com/office/officeart/2005/8/layout/bProcess4"/>
    <dgm:cxn modelId="{8B882EE7-D473-45BD-9EDF-B5C6D182B5B9}" type="presOf" srcId="{C75E7652-E41D-4413-BB20-DBA16CBD5A55}" destId="{0CB01D89-9FB3-456D-B294-7C241DDA2AAE}" srcOrd="0" destOrd="0" presId="urn:microsoft.com/office/officeart/2005/8/layout/bProcess4"/>
    <dgm:cxn modelId="{41E077F3-2FBC-4511-B435-4646E8EEA4BF}" type="presOf" srcId="{82FB5257-0FA0-4280-B35B-C46DB6275B35}" destId="{7DEBF4A7-A718-4DB4-BED0-AB65BDEB21C4}" srcOrd="0" destOrd="0" presId="urn:microsoft.com/office/officeart/2005/8/layout/bProcess4"/>
    <dgm:cxn modelId="{860CF5FD-B28E-4DF7-A854-44BD15103EBC}" srcId="{C5DC6E90-7666-474E-AEF3-0F6E84B9F2AD}" destId="{E3518488-9B9A-4479-9E33-82B51620E40E}" srcOrd="5" destOrd="0" parTransId="{252A5C21-A38A-4EB8-9466-DA5A06206264}" sibTransId="{A9027EAD-72BE-4AD1-B7A6-F12A1DB46F1C}"/>
    <dgm:cxn modelId="{27CE6DC5-D64D-4229-90E7-CF4E3CE0007B}" type="presParOf" srcId="{FC2675FC-3C14-4829-AA7E-590CD8213F13}" destId="{CB974664-DE7B-436D-8813-1F54ECBC5DB9}" srcOrd="0" destOrd="0" presId="urn:microsoft.com/office/officeart/2005/8/layout/bProcess4"/>
    <dgm:cxn modelId="{8B852E3F-C60B-42D9-AB67-8C3F00CC8885}" type="presParOf" srcId="{CB974664-DE7B-436D-8813-1F54ECBC5DB9}" destId="{A253D77F-7CAD-402A-9ACE-3C6D54C1D841}" srcOrd="0" destOrd="0" presId="urn:microsoft.com/office/officeart/2005/8/layout/bProcess4"/>
    <dgm:cxn modelId="{92A5648D-3399-482F-92EC-C2BB0EE4E254}" type="presParOf" srcId="{CB974664-DE7B-436D-8813-1F54ECBC5DB9}" destId="{0262361B-756E-4C9B-8A03-C081E674C73D}" srcOrd="1" destOrd="0" presId="urn:microsoft.com/office/officeart/2005/8/layout/bProcess4"/>
    <dgm:cxn modelId="{0F1E9053-9106-4D32-B259-B34E4B951381}" type="presParOf" srcId="{FC2675FC-3C14-4829-AA7E-590CD8213F13}" destId="{FBF8BF60-EDBF-43EA-AB58-0FAE21AA55BF}" srcOrd="1" destOrd="0" presId="urn:microsoft.com/office/officeart/2005/8/layout/bProcess4"/>
    <dgm:cxn modelId="{E7A3B01E-966E-4812-A392-9D5368526672}" type="presParOf" srcId="{FC2675FC-3C14-4829-AA7E-590CD8213F13}" destId="{A2D67E5B-09FF-4F0C-839C-AFC4A00D5657}" srcOrd="2" destOrd="0" presId="urn:microsoft.com/office/officeart/2005/8/layout/bProcess4"/>
    <dgm:cxn modelId="{177CCB50-9BE6-4AEF-A2C1-053CA9545F84}" type="presParOf" srcId="{A2D67E5B-09FF-4F0C-839C-AFC4A00D5657}" destId="{8B0CBA9E-87C7-466D-9374-0254419DF576}" srcOrd="0" destOrd="0" presId="urn:microsoft.com/office/officeart/2005/8/layout/bProcess4"/>
    <dgm:cxn modelId="{AB2C634D-319B-4D28-B935-B273CC0497B3}" type="presParOf" srcId="{A2D67E5B-09FF-4F0C-839C-AFC4A00D5657}" destId="{199CDF8A-CBCA-40B8-AAE4-6BC6CA44EDFF}" srcOrd="1" destOrd="0" presId="urn:microsoft.com/office/officeart/2005/8/layout/bProcess4"/>
    <dgm:cxn modelId="{CC606C39-5948-4EC3-8B89-40C8DF60263C}" type="presParOf" srcId="{FC2675FC-3C14-4829-AA7E-590CD8213F13}" destId="{A0F9DC9D-7028-4278-98A9-2D7D535EBEBE}" srcOrd="3" destOrd="0" presId="urn:microsoft.com/office/officeart/2005/8/layout/bProcess4"/>
    <dgm:cxn modelId="{3AB8340D-B08B-462A-BC5A-985FF1C6A45C}" type="presParOf" srcId="{FC2675FC-3C14-4829-AA7E-590CD8213F13}" destId="{9BC5585E-EB53-440E-9308-E05B6444E6BC}" srcOrd="4" destOrd="0" presId="urn:microsoft.com/office/officeart/2005/8/layout/bProcess4"/>
    <dgm:cxn modelId="{6F180CEA-B337-4A52-B8C2-5B2BFE1117D2}" type="presParOf" srcId="{9BC5585E-EB53-440E-9308-E05B6444E6BC}" destId="{5F287F4B-F0EC-4620-9468-D8111B90C991}" srcOrd="0" destOrd="0" presId="urn:microsoft.com/office/officeart/2005/8/layout/bProcess4"/>
    <dgm:cxn modelId="{EA70BABF-9F3C-4840-8AE9-8200FF5B180D}" type="presParOf" srcId="{9BC5585E-EB53-440E-9308-E05B6444E6BC}" destId="{594701A4-7685-4BDF-9E2C-E6F7CEF3642F}" srcOrd="1" destOrd="0" presId="urn:microsoft.com/office/officeart/2005/8/layout/bProcess4"/>
    <dgm:cxn modelId="{3AB87C02-F8D5-451B-9834-42DF1B9D75D0}" type="presParOf" srcId="{FC2675FC-3C14-4829-AA7E-590CD8213F13}" destId="{BFB99C10-0A8D-43FC-922F-ED9ABC5A98FF}" srcOrd="5" destOrd="0" presId="urn:microsoft.com/office/officeart/2005/8/layout/bProcess4"/>
    <dgm:cxn modelId="{EB50D9E9-3F82-44CC-A4F2-7E7F2765E51E}" type="presParOf" srcId="{FC2675FC-3C14-4829-AA7E-590CD8213F13}" destId="{D0F3D89D-BF07-4586-BB02-5FAF025986DF}" srcOrd="6" destOrd="0" presId="urn:microsoft.com/office/officeart/2005/8/layout/bProcess4"/>
    <dgm:cxn modelId="{FB6884F0-1A34-43DA-A96C-6CB5088496DA}" type="presParOf" srcId="{D0F3D89D-BF07-4586-BB02-5FAF025986DF}" destId="{14B3E750-806C-452A-995D-3559E10200FD}" srcOrd="0" destOrd="0" presId="urn:microsoft.com/office/officeart/2005/8/layout/bProcess4"/>
    <dgm:cxn modelId="{3D42D444-07D4-4C93-BAF1-11329ACC1A6B}" type="presParOf" srcId="{D0F3D89D-BF07-4586-BB02-5FAF025986DF}" destId="{0CB01D89-9FB3-456D-B294-7C241DDA2AAE}" srcOrd="1" destOrd="0" presId="urn:microsoft.com/office/officeart/2005/8/layout/bProcess4"/>
    <dgm:cxn modelId="{E153BA8F-DEA4-40E2-A9E9-95051E6A0241}" type="presParOf" srcId="{FC2675FC-3C14-4829-AA7E-590CD8213F13}" destId="{F8F8F222-0052-408C-B68F-FF32130C2FD8}" srcOrd="7" destOrd="0" presId="urn:microsoft.com/office/officeart/2005/8/layout/bProcess4"/>
    <dgm:cxn modelId="{879944FB-A836-4EF4-8899-9140E75ADAA1}" type="presParOf" srcId="{FC2675FC-3C14-4829-AA7E-590CD8213F13}" destId="{0FD28106-24CF-42A3-87F4-E05F17818098}" srcOrd="8" destOrd="0" presId="urn:microsoft.com/office/officeart/2005/8/layout/bProcess4"/>
    <dgm:cxn modelId="{46EA6AB7-56E4-4235-B62D-701254105F99}" type="presParOf" srcId="{0FD28106-24CF-42A3-87F4-E05F17818098}" destId="{A3CE43AE-B26A-46A3-9926-62B6719F2A9B}" srcOrd="0" destOrd="0" presId="urn:microsoft.com/office/officeart/2005/8/layout/bProcess4"/>
    <dgm:cxn modelId="{3722A7FD-921F-4F13-A0A9-E550A2688A3D}" type="presParOf" srcId="{0FD28106-24CF-42A3-87F4-E05F17818098}" destId="{2D7BFBDD-CA34-4067-8878-C525E1C2E062}" srcOrd="1" destOrd="0" presId="urn:microsoft.com/office/officeart/2005/8/layout/bProcess4"/>
    <dgm:cxn modelId="{2C5EBAFE-F83D-4838-9840-6BE47DCF1009}" type="presParOf" srcId="{FC2675FC-3C14-4829-AA7E-590CD8213F13}" destId="{2A8BC28A-D5DB-49FB-A5D1-A72C779D0A72}" srcOrd="9" destOrd="0" presId="urn:microsoft.com/office/officeart/2005/8/layout/bProcess4"/>
    <dgm:cxn modelId="{AFEFE9D1-2F4C-45F0-BFEB-025329E3568C}" type="presParOf" srcId="{FC2675FC-3C14-4829-AA7E-590CD8213F13}" destId="{2F89ADC2-54F3-4B98-89CB-ED65953F9204}" srcOrd="10" destOrd="0" presId="urn:microsoft.com/office/officeart/2005/8/layout/bProcess4"/>
    <dgm:cxn modelId="{1CEF2AC0-8460-41D3-9FFC-E6F21ED71C15}" type="presParOf" srcId="{2F89ADC2-54F3-4B98-89CB-ED65953F9204}" destId="{678E6863-F660-4133-9BA2-ACE2FDE98D4A}" srcOrd="0" destOrd="0" presId="urn:microsoft.com/office/officeart/2005/8/layout/bProcess4"/>
    <dgm:cxn modelId="{384B1B76-C07E-40F5-9DB0-46366AE3881E}" type="presParOf" srcId="{2F89ADC2-54F3-4B98-89CB-ED65953F9204}" destId="{200EC128-51BA-436B-B8C2-2F76B3A610B0}" srcOrd="1" destOrd="0" presId="urn:microsoft.com/office/officeart/2005/8/layout/bProcess4"/>
    <dgm:cxn modelId="{2F4296E0-3CE6-4807-ADE8-70CAE5828BE6}" type="presParOf" srcId="{FC2675FC-3C14-4829-AA7E-590CD8213F13}" destId="{7DDDB3FD-89FE-4204-AF1E-CE2023F92711}" srcOrd="11" destOrd="0" presId="urn:microsoft.com/office/officeart/2005/8/layout/bProcess4"/>
    <dgm:cxn modelId="{6D510097-049B-46AE-8FA2-4549CCE5A521}" type="presParOf" srcId="{FC2675FC-3C14-4829-AA7E-590CD8213F13}" destId="{60D1B1D5-84C3-454E-8B6A-F2AF4A48C76A}" srcOrd="12" destOrd="0" presId="urn:microsoft.com/office/officeart/2005/8/layout/bProcess4"/>
    <dgm:cxn modelId="{01365672-EABD-4857-89CD-0B4FA4EA7107}" type="presParOf" srcId="{60D1B1D5-84C3-454E-8B6A-F2AF4A48C76A}" destId="{C09AC2E0-D54B-41D7-BEFC-0CB0470C32DF}" srcOrd="0" destOrd="0" presId="urn:microsoft.com/office/officeart/2005/8/layout/bProcess4"/>
    <dgm:cxn modelId="{145A7F8C-6031-4787-BE9C-4DC38F895E0E}" type="presParOf" srcId="{60D1B1D5-84C3-454E-8B6A-F2AF4A48C76A}" destId="{0D9E94EA-81C1-4D91-9196-41D5352D41CC}" srcOrd="1" destOrd="0" presId="urn:microsoft.com/office/officeart/2005/8/layout/bProcess4"/>
    <dgm:cxn modelId="{4C5F534F-D521-489D-832F-61E5C506BAB3}" type="presParOf" srcId="{FC2675FC-3C14-4829-AA7E-590CD8213F13}" destId="{9B7454E6-8D37-439D-A952-48FBD0DAA727}" srcOrd="13" destOrd="0" presId="urn:microsoft.com/office/officeart/2005/8/layout/bProcess4"/>
    <dgm:cxn modelId="{81D4550B-3454-42E3-B3BE-EBC63A43BB91}" type="presParOf" srcId="{FC2675FC-3C14-4829-AA7E-590CD8213F13}" destId="{CF1C8C36-0AF6-4339-8BA4-E38D1797487D}" srcOrd="14" destOrd="0" presId="urn:microsoft.com/office/officeart/2005/8/layout/bProcess4"/>
    <dgm:cxn modelId="{366D05C5-465A-4797-B6F3-6179F806D8A8}" type="presParOf" srcId="{CF1C8C36-0AF6-4339-8BA4-E38D1797487D}" destId="{2662C65F-E25C-4051-B5CC-13F724D5170D}" srcOrd="0" destOrd="0" presId="urn:microsoft.com/office/officeart/2005/8/layout/bProcess4"/>
    <dgm:cxn modelId="{6508E093-D6AF-497D-BA13-BA3B875BCDD0}" type="presParOf" srcId="{CF1C8C36-0AF6-4339-8BA4-E38D1797487D}" destId="{7DEBF4A7-A718-4DB4-BED0-AB65BDEB21C4}" srcOrd="1" destOrd="0" presId="urn:microsoft.com/office/officeart/2005/8/layout/bProcess4"/>
    <dgm:cxn modelId="{7EB23EE4-1CD1-4EF3-A4B9-5C49AD08F1F1}" type="presParOf" srcId="{FC2675FC-3C14-4829-AA7E-590CD8213F13}" destId="{C443CC8F-C6C2-4807-8758-E85921459503}" srcOrd="15" destOrd="0" presId="urn:microsoft.com/office/officeart/2005/8/layout/bProcess4"/>
    <dgm:cxn modelId="{B252036A-DB4F-4201-9E67-7F39C96B0230}" type="presParOf" srcId="{FC2675FC-3C14-4829-AA7E-590CD8213F13}" destId="{F0E5CB69-D435-43F2-AE8E-10B7CF4A8AF7}" srcOrd="16" destOrd="0" presId="urn:microsoft.com/office/officeart/2005/8/layout/bProcess4"/>
    <dgm:cxn modelId="{D2D2EB73-553E-4989-A299-CF5B15F04EFE}" type="presParOf" srcId="{F0E5CB69-D435-43F2-AE8E-10B7CF4A8AF7}" destId="{0B633BC4-FEDC-454A-B693-225EFF133E66}" srcOrd="0" destOrd="0" presId="urn:microsoft.com/office/officeart/2005/8/layout/bProcess4"/>
    <dgm:cxn modelId="{29E43D83-B0AF-4460-B32D-70E116C16261}" type="presParOf" srcId="{F0E5CB69-D435-43F2-AE8E-10B7CF4A8AF7}" destId="{161FE4B0-DAC3-4EE3-9460-D0C517CBF03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FEDD5E-5E94-4E25-B1DF-F71CB30071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F204F7-23D0-4C34-87EE-E515DAE75B27}">
      <dgm:prSet/>
      <dgm:spPr/>
      <dgm:t>
        <a:bodyPr/>
        <a:lstStyle/>
        <a:p>
          <a:r>
            <a:rPr lang="en-US"/>
            <a:t>Transformer-based sentiment analysis</a:t>
          </a:r>
        </a:p>
      </dgm:t>
    </dgm:pt>
    <dgm:pt modelId="{8EC3B220-C6CA-4358-8325-37EE3F22B529}" type="parTrans" cxnId="{4D97B5E3-E79B-47A0-9C19-FDFDE0527045}">
      <dgm:prSet/>
      <dgm:spPr/>
      <dgm:t>
        <a:bodyPr/>
        <a:lstStyle/>
        <a:p>
          <a:endParaRPr lang="en-US"/>
        </a:p>
      </dgm:t>
    </dgm:pt>
    <dgm:pt modelId="{6D042030-5AA2-44E0-8370-2423CDD0DC72}" type="sibTrans" cxnId="{4D97B5E3-E79B-47A0-9C19-FDFDE0527045}">
      <dgm:prSet/>
      <dgm:spPr/>
      <dgm:t>
        <a:bodyPr/>
        <a:lstStyle/>
        <a:p>
          <a:endParaRPr lang="en-US"/>
        </a:p>
      </dgm:t>
    </dgm:pt>
    <dgm:pt modelId="{33E39FCE-6ECD-4829-9DA9-9A9830646112}">
      <dgm:prSet/>
      <dgm:spPr/>
      <dgm:t>
        <a:bodyPr/>
        <a:lstStyle/>
        <a:p>
          <a:r>
            <a:rPr lang="en-US"/>
            <a:t>User-friendly interface</a:t>
          </a:r>
        </a:p>
      </dgm:t>
    </dgm:pt>
    <dgm:pt modelId="{102D2D2E-7AFE-4670-BDAB-F7DD632875DF}" type="parTrans" cxnId="{A6D96710-5C19-4E7E-B0B7-15DAE1F4D37B}">
      <dgm:prSet/>
      <dgm:spPr/>
      <dgm:t>
        <a:bodyPr/>
        <a:lstStyle/>
        <a:p>
          <a:endParaRPr lang="en-US"/>
        </a:p>
      </dgm:t>
    </dgm:pt>
    <dgm:pt modelId="{B45A9825-477C-43AD-93A1-6B8EB32D2FBC}" type="sibTrans" cxnId="{A6D96710-5C19-4E7E-B0B7-15DAE1F4D37B}">
      <dgm:prSet/>
      <dgm:spPr/>
      <dgm:t>
        <a:bodyPr/>
        <a:lstStyle/>
        <a:p>
          <a:endParaRPr lang="en-US"/>
        </a:p>
      </dgm:t>
    </dgm:pt>
    <dgm:pt modelId="{BBFFD179-17F8-41F3-9347-8F7865250B90}">
      <dgm:prSet/>
      <dgm:spPr/>
      <dgm:t>
        <a:bodyPr/>
        <a:lstStyle/>
        <a:p>
          <a:r>
            <a:rPr lang="en-US"/>
            <a:t>Works with or without date data</a:t>
          </a:r>
        </a:p>
      </dgm:t>
    </dgm:pt>
    <dgm:pt modelId="{59C0F8DE-2C02-4FB5-92D5-B5E1BC53B409}" type="parTrans" cxnId="{3C3E722D-51A6-41FE-85E5-EB5187A68EFD}">
      <dgm:prSet/>
      <dgm:spPr/>
      <dgm:t>
        <a:bodyPr/>
        <a:lstStyle/>
        <a:p>
          <a:endParaRPr lang="en-US"/>
        </a:p>
      </dgm:t>
    </dgm:pt>
    <dgm:pt modelId="{6665DA42-CE07-49A9-B799-717963D700D7}" type="sibTrans" cxnId="{3C3E722D-51A6-41FE-85E5-EB5187A68EFD}">
      <dgm:prSet/>
      <dgm:spPr/>
      <dgm:t>
        <a:bodyPr/>
        <a:lstStyle/>
        <a:p>
          <a:endParaRPr lang="en-US"/>
        </a:p>
      </dgm:t>
    </dgm:pt>
    <dgm:pt modelId="{A3148AD4-D59B-4B99-86B2-F42B6DCC53DE}">
      <dgm:prSet/>
      <dgm:spPr/>
      <dgm:t>
        <a:bodyPr/>
        <a:lstStyle/>
        <a:p>
          <a:r>
            <a:rPr lang="en-US"/>
            <a:t>Easily extendable</a:t>
          </a:r>
        </a:p>
      </dgm:t>
    </dgm:pt>
    <dgm:pt modelId="{7E1739EF-AC8E-4D8F-BDDF-ACED5D75F344}" type="parTrans" cxnId="{F5985462-E31B-4B2A-8914-606B58641D88}">
      <dgm:prSet/>
      <dgm:spPr/>
      <dgm:t>
        <a:bodyPr/>
        <a:lstStyle/>
        <a:p>
          <a:endParaRPr lang="en-US"/>
        </a:p>
      </dgm:t>
    </dgm:pt>
    <dgm:pt modelId="{2D938B98-2013-4E36-BE78-847FD2EBE50F}" type="sibTrans" cxnId="{F5985462-E31B-4B2A-8914-606B58641D88}">
      <dgm:prSet/>
      <dgm:spPr/>
      <dgm:t>
        <a:bodyPr/>
        <a:lstStyle/>
        <a:p>
          <a:endParaRPr lang="en-US"/>
        </a:p>
      </dgm:t>
    </dgm:pt>
    <dgm:pt modelId="{B47A1F64-2F2B-47E1-981F-5FCFF10E86CE}" type="pres">
      <dgm:prSet presAssocID="{24FEDD5E-5E94-4E25-B1DF-F71CB30071BE}" presName="root" presStyleCnt="0">
        <dgm:presLayoutVars>
          <dgm:dir/>
          <dgm:resizeHandles val="exact"/>
        </dgm:presLayoutVars>
      </dgm:prSet>
      <dgm:spPr/>
    </dgm:pt>
    <dgm:pt modelId="{C299B2A7-12F2-4D94-9507-7F0322A69F37}" type="pres">
      <dgm:prSet presAssocID="{8AF204F7-23D0-4C34-87EE-E515DAE75B27}" presName="compNode" presStyleCnt="0"/>
      <dgm:spPr/>
    </dgm:pt>
    <dgm:pt modelId="{C245E6A9-FC06-4F7C-888B-9DB613272625}" type="pres">
      <dgm:prSet presAssocID="{8AF204F7-23D0-4C34-87EE-E515DAE75B27}" presName="bgRect" presStyleLbl="bgShp" presStyleIdx="0" presStyleCnt="4"/>
      <dgm:spPr/>
    </dgm:pt>
    <dgm:pt modelId="{842F7C1F-D15B-4370-AEFD-648884609C55}" type="pres">
      <dgm:prSet presAssocID="{8AF204F7-23D0-4C34-87EE-E515DAE75B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DBC35E6C-B675-4AE4-B0B5-2140FC83125D}" type="pres">
      <dgm:prSet presAssocID="{8AF204F7-23D0-4C34-87EE-E515DAE75B27}" presName="spaceRect" presStyleCnt="0"/>
      <dgm:spPr/>
    </dgm:pt>
    <dgm:pt modelId="{AE4DE50B-587D-4ED7-BD91-219BF582F1FC}" type="pres">
      <dgm:prSet presAssocID="{8AF204F7-23D0-4C34-87EE-E515DAE75B27}" presName="parTx" presStyleLbl="revTx" presStyleIdx="0" presStyleCnt="4">
        <dgm:presLayoutVars>
          <dgm:chMax val="0"/>
          <dgm:chPref val="0"/>
        </dgm:presLayoutVars>
      </dgm:prSet>
      <dgm:spPr/>
    </dgm:pt>
    <dgm:pt modelId="{E2EDB7C9-7BD0-4352-99D6-FC216225BC5A}" type="pres">
      <dgm:prSet presAssocID="{6D042030-5AA2-44E0-8370-2423CDD0DC72}" presName="sibTrans" presStyleCnt="0"/>
      <dgm:spPr/>
    </dgm:pt>
    <dgm:pt modelId="{600C8B1F-6C44-4B67-B553-AF1620C5709B}" type="pres">
      <dgm:prSet presAssocID="{33E39FCE-6ECD-4829-9DA9-9A9830646112}" presName="compNode" presStyleCnt="0"/>
      <dgm:spPr/>
    </dgm:pt>
    <dgm:pt modelId="{DBE3E7FC-493C-4247-857F-B5E444B418FF}" type="pres">
      <dgm:prSet presAssocID="{33E39FCE-6ECD-4829-9DA9-9A9830646112}" presName="bgRect" presStyleLbl="bgShp" presStyleIdx="1" presStyleCnt="4"/>
      <dgm:spPr/>
    </dgm:pt>
    <dgm:pt modelId="{D793C176-2D0A-4EF4-93D9-F2C3DC4762FD}" type="pres">
      <dgm:prSet presAssocID="{33E39FCE-6ECD-4829-9DA9-9A98306461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FDE94DF-8850-46BD-A0A8-C86E80712F95}" type="pres">
      <dgm:prSet presAssocID="{33E39FCE-6ECD-4829-9DA9-9A9830646112}" presName="spaceRect" presStyleCnt="0"/>
      <dgm:spPr/>
    </dgm:pt>
    <dgm:pt modelId="{818994B4-BD46-4776-82B6-D2ADBF984484}" type="pres">
      <dgm:prSet presAssocID="{33E39FCE-6ECD-4829-9DA9-9A9830646112}" presName="parTx" presStyleLbl="revTx" presStyleIdx="1" presStyleCnt="4">
        <dgm:presLayoutVars>
          <dgm:chMax val="0"/>
          <dgm:chPref val="0"/>
        </dgm:presLayoutVars>
      </dgm:prSet>
      <dgm:spPr/>
    </dgm:pt>
    <dgm:pt modelId="{033788C0-4B67-4D17-8388-C3EFEEA5DD99}" type="pres">
      <dgm:prSet presAssocID="{B45A9825-477C-43AD-93A1-6B8EB32D2FBC}" presName="sibTrans" presStyleCnt="0"/>
      <dgm:spPr/>
    </dgm:pt>
    <dgm:pt modelId="{6B7421FD-95C1-4055-A6C9-CA8BF6E9C3AD}" type="pres">
      <dgm:prSet presAssocID="{BBFFD179-17F8-41F3-9347-8F7865250B90}" presName="compNode" presStyleCnt="0"/>
      <dgm:spPr/>
    </dgm:pt>
    <dgm:pt modelId="{AF7FD244-0E40-440A-B7DF-ED85C459F10E}" type="pres">
      <dgm:prSet presAssocID="{BBFFD179-17F8-41F3-9347-8F7865250B90}" presName="bgRect" presStyleLbl="bgShp" presStyleIdx="2" presStyleCnt="4"/>
      <dgm:spPr/>
    </dgm:pt>
    <dgm:pt modelId="{68F43A8E-4011-4FCB-9546-F875E9D820D3}" type="pres">
      <dgm:prSet presAssocID="{BBFFD179-17F8-41F3-9347-8F7865250B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4A4AC5F-FECA-4FE6-8419-2B5016A28BFE}" type="pres">
      <dgm:prSet presAssocID="{BBFFD179-17F8-41F3-9347-8F7865250B90}" presName="spaceRect" presStyleCnt="0"/>
      <dgm:spPr/>
    </dgm:pt>
    <dgm:pt modelId="{0795AF85-5EF8-4D53-8D78-290E51AE8D7F}" type="pres">
      <dgm:prSet presAssocID="{BBFFD179-17F8-41F3-9347-8F7865250B90}" presName="parTx" presStyleLbl="revTx" presStyleIdx="2" presStyleCnt="4">
        <dgm:presLayoutVars>
          <dgm:chMax val="0"/>
          <dgm:chPref val="0"/>
        </dgm:presLayoutVars>
      </dgm:prSet>
      <dgm:spPr/>
    </dgm:pt>
    <dgm:pt modelId="{2673095E-06A8-4FA7-9952-7EB31104AC86}" type="pres">
      <dgm:prSet presAssocID="{6665DA42-CE07-49A9-B799-717963D700D7}" presName="sibTrans" presStyleCnt="0"/>
      <dgm:spPr/>
    </dgm:pt>
    <dgm:pt modelId="{673EF8B9-9C82-4404-BCFD-2F42DF615C40}" type="pres">
      <dgm:prSet presAssocID="{A3148AD4-D59B-4B99-86B2-F42B6DCC53DE}" presName="compNode" presStyleCnt="0"/>
      <dgm:spPr/>
    </dgm:pt>
    <dgm:pt modelId="{90B77CB2-E240-4B27-B655-C1C7242E1E40}" type="pres">
      <dgm:prSet presAssocID="{A3148AD4-D59B-4B99-86B2-F42B6DCC53DE}" presName="bgRect" presStyleLbl="bgShp" presStyleIdx="3" presStyleCnt="4"/>
      <dgm:spPr/>
    </dgm:pt>
    <dgm:pt modelId="{50021B5B-03D1-49D0-A021-070F9898C721}" type="pres">
      <dgm:prSet presAssocID="{A3148AD4-D59B-4B99-86B2-F42B6DCC53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2D251F-80B8-42EB-B41D-CD707362335B}" type="pres">
      <dgm:prSet presAssocID="{A3148AD4-D59B-4B99-86B2-F42B6DCC53DE}" presName="spaceRect" presStyleCnt="0"/>
      <dgm:spPr/>
    </dgm:pt>
    <dgm:pt modelId="{DAD9C8A1-8724-4808-9DE0-FE05D139A5A8}" type="pres">
      <dgm:prSet presAssocID="{A3148AD4-D59B-4B99-86B2-F42B6DCC53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D96710-5C19-4E7E-B0B7-15DAE1F4D37B}" srcId="{24FEDD5E-5E94-4E25-B1DF-F71CB30071BE}" destId="{33E39FCE-6ECD-4829-9DA9-9A9830646112}" srcOrd="1" destOrd="0" parTransId="{102D2D2E-7AFE-4670-BDAB-F7DD632875DF}" sibTransId="{B45A9825-477C-43AD-93A1-6B8EB32D2FBC}"/>
    <dgm:cxn modelId="{3C3E722D-51A6-41FE-85E5-EB5187A68EFD}" srcId="{24FEDD5E-5E94-4E25-B1DF-F71CB30071BE}" destId="{BBFFD179-17F8-41F3-9347-8F7865250B90}" srcOrd="2" destOrd="0" parTransId="{59C0F8DE-2C02-4FB5-92D5-B5E1BC53B409}" sibTransId="{6665DA42-CE07-49A9-B799-717963D700D7}"/>
    <dgm:cxn modelId="{33F6792D-BCCC-4C21-85DE-58251A270305}" type="presOf" srcId="{A3148AD4-D59B-4B99-86B2-F42B6DCC53DE}" destId="{DAD9C8A1-8724-4808-9DE0-FE05D139A5A8}" srcOrd="0" destOrd="0" presId="urn:microsoft.com/office/officeart/2018/2/layout/IconVerticalSolidList"/>
    <dgm:cxn modelId="{F5985462-E31B-4B2A-8914-606B58641D88}" srcId="{24FEDD5E-5E94-4E25-B1DF-F71CB30071BE}" destId="{A3148AD4-D59B-4B99-86B2-F42B6DCC53DE}" srcOrd="3" destOrd="0" parTransId="{7E1739EF-AC8E-4D8F-BDDF-ACED5D75F344}" sibTransId="{2D938B98-2013-4E36-BE78-847FD2EBE50F}"/>
    <dgm:cxn modelId="{D045CB6C-2B2E-41CA-A55D-81EAC15C0438}" type="presOf" srcId="{8AF204F7-23D0-4C34-87EE-E515DAE75B27}" destId="{AE4DE50B-587D-4ED7-BD91-219BF582F1FC}" srcOrd="0" destOrd="0" presId="urn:microsoft.com/office/officeart/2018/2/layout/IconVerticalSolidList"/>
    <dgm:cxn modelId="{B99E9EA6-82B1-42DD-A8EB-0A8E1B6A8E53}" type="presOf" srcId="{BBFFD179-17F8-41F3-9347-8F7865250B90}" destId="{0795AF85-5EF8-4D53-8D78-290E51AE8D7F}" srcOrd="0" destOrd="0" presId="urn:microsoft.com/office/officeart/2018/2/layout/IconVerticalSolidList"/>
    <dgm:cxn modelId="{AA1C17C9-E6BA-4CA8-A7E4-5B2023F3D032}" type="presOf" srcId="{33E39FCE-6ECD-4829-9DA9-9A9830646112}" destId="{818994B4-BD46-4776-82B6-D2ADBF984484}" srcOrd="0" destOrd="0" presId="urn:microsoft.com/office/officeart/2018/2/layout/IconVerticalSolidList"/>
    <dgm:cxn modelId="{C8413ECC-73F8-4E25-8116-92D41C43AD40}" type="presOf" srcId="{24FEDD5E-5E94-4E25-B1DF-F71CB30071BE}" destId="{B47A1F64-2F2B-47E1-981F-5FCFF10E86CE}" srcOrd="0" destOrd="0" presId="urn:microsoft.com/office/officeart/2018/2/layout/IconVerticalSolidList"/>
    <dgm:cxn modelId="{4D97B5E3-E79B-47A0-9C19-FDFDE0527045}" srcId="{24FEDD5E-5E94-4E25-B1DF-F71CB30071BE}" destId="{8AF204F7-23D0-4C34-87EE-E515DAE75B27}" srcOrd="0" destOrd="0" parTransId="{8EC3B220-C6CA-4358-8325-37EE3F22B529}" sibTransId="{6D042030-5AA2-44E0-8370-2423CDD0DC72}"/>
    <dgm:cxn modelId="{32849AD8-3A4D-40BC-A263-050588CFC0FE}" type="presParOf" srcId="{B47A1F64-2F2B-47E1-981F-5FCFF10E86CE}" destId="{C299B2A7-12F2-4D94-9507-7F0322A69F37}" srcOrd="0" destOrd="0" presId="urn:microsoft.com/office/officeart/2018/2/layout/IconVerticalSolidList"/>
    <dgm:cxn modelId="{652CB663-B5F2-4352-A373-DE2C1B742689}" type="presParOf" srcId="{C299B2A7-12F2-4D94-9507-7F0322A69F37}" destId="{C245E6A9-FC06-4F7C-888B-9DB613272625}" srcOrd="0" destOrd="0" presId="urn:microsoft.com/office/officeart/2018/2/layout/IconVerticalSolidList"/>
    <dgm:cxn modelId="{C401ED04-4C1D-4AB9-A2AC-A0B36B79CF3C}" type="presParOf" srcId="{C299B2A7-12F2-4D94-9507-7F0322A69F37}" destId="{842F7C1F-D15B-4370-AEFD-648884609C55}" srcOrd="1" destOrd="0" presId="urn:microsoft.com/office/officeart/2018/2/layout/IconVerticalSolidList"/>
    <dgm:cxn modelId="{F839F68D-8AED-44B8-BD70-F7B8E4338EED}" type="presParOf" srcId="{C299B2A7-12F2-4D94-9507-7F0322A69F37}" destId="{DBC35E6C-B675-4AE4-B0B5-2140FC83125D}" srcOrd="2" destOrd="0" presId="urn:microsoft.com/office/officeart/2018/2/layout/IconVerticalSolidList"/>
    <dgm:cxn modelId="{E72E7A70-5CF0-447D-A3DC-7CA803947EE4}" type="presParOf" srcId="{C299B2A7-12F2-4D94-9507-7F0322A69F37}" destId="{AE4DE50B-587D-4ED7-BD91-219BF582F1FC}" srcOrd="3" destOrd="0" presId="urn:microsoft.com/office/officeart/2018/2/layout/IconVerticalSolidList"/>
    <dgm:cxn modelId="{A68C4961-3C20-4708-B00C-C7F6CAB0C359}" type="presParOf" srcId="{B47A1F64-2F2B-47E1-981F-5FCFF10E86CE}" destId="{E2EDB7C9-7BD0-4352-99D6-FC216225BC5A}" srcOrd="1" destOrd="0" presId="urn:microsoft.com/office/officeart/2018/2/layout/IconVerticalSolidList"/>
    <dgm:cxn modelId="{AEEFBDBC-375D-40FC-A413-4A892717DD4D}" type="presParOf" srcId="{B47A1F64-2F2B-47E1-981F-5FCFF10E86CE}" destId="{600C8B1F-6C44-4B67-B553-AF1620C5709B}" srcOrd="2" destOrd="0" presId="urn:microsoft.com/office/officeart/2018/2/layout/IconVerticalSolidList"/>
    <dgm:cxn modelId="{D8353970-29C0-4348-AF4A-A4C913F6CD79}" type="presParOf" srcId="{600C8B1F-6C44-4B67-B553-AF1620C5709B}" destId="{DBE3E7FC-493C-4247-857F-B5E444B418FF}" srcOrd="0" destOrd="0" presId="urn:microsoft.com/office/officeart/2018/2/layout/IconVerticalSolidList"/>
    <dgm:cxn modelId="{69D3BF2D-DD8E-45D1-813D-01FAC46D8AF9}" type="presParOf" srcId="{600C8B1F-6C44-4B67-B553-AF1620C5709B}" destId="{D793C176-2D0A-4EF4-93D9-F2C3DC4762FD}" srcOrd="1" destOrd="0" presId="urn:microsoft.com/office/officeart/2018/2/layout/IconVerticalSolidList"/>
    <dgm:cxn modelId="{D1AFDED2-17CE-457F-900A-E6FA3D333D6A}" type="presParOf" srcId="{600C8B1F-6C44-4B67-B553-AF1620C5709B}" destId="{AFDE94DF-8850-46BD-A0A8-C86E80712F95}" srcOrd="2" destOrd="0" presId="urn:microsoft.com/office/officeart/2018/2/layout/IconVerticalSolidList"/>
    <dgm:cxn modelId="{7B9B7F1D-ADC3-44AC-96AF-CFD0CB4F4552}" type="presParOf" srcId="{600C8B1F-6C44-4B67-B553-AF1620C5709B}" destId="{818994B4-BD46-4776-82B6-D2ADBF984484}" srcOrd="3" destOrd="0" presId="urn:microsoft.com/office/officeart/2018/2/layout/IconVerticalSolidList"/>
    <dgm:cxn modelId="{FFFCD28C-ED42-4510-82C6-F1AF0FEE9F45}" type="presParOf" srcId="{B47A1F64-2F2B-47E1-981F-5FCFF10E86CE}" destId="{033788C0-4B67-4D17-8388-C3EFEEA5DD99}" srcOrd="3" destOrd="0" presId="urn:microsoft.com/office/officeart/2018/2/layout/IconVerticalSolidList"/>
    <dgm:cxn modelId="{C9AB54D1-7726-46FC-91B9-2E766EA41207}" type="presParOf" srcId="{B47A1F64-2F2B-47E1-981F-5FCFF10E86CE}" destId="{6B7421FD-95C1-4055-A6C9-CA8BF6E9C3AD}" srcOrd="4" destOrd="0" presId="urn:microsoft.com/office/officeart/2018/2/layout/IconVerticalSolidList"/>
    <dgm:cxn modelId="{2BEEC051-9A58-47E7-B63C-659733017E1A}" type="presParOf" srcId="{6B7421FD-95C1-4055-A6C9-CA8BF6E9C3AD}" destId="{AF7FD244-0E40-440A-B7DF-ED85C459F10E}" srcOrd="0" destOrd="0" presId="urn:microsoft.com/office/officeart/2018/2/layout/IconVerticalSolidList"/>
    <dgm:cxn modelId="{2815FDE5-6B4A-466C-AA9D-422B567CE80D}" type="presParOf" srcId="{6B7421FD-95C1-4055-A6C9-CA8BF6E9C3AD}" destId="{68F43A8E-4011-4FCB-9546-F875E9D820D3}" srcOrd="1" destOrd="0" presId="urn:microsoft.com/office/officeart/2018/2/layout/IconVerticalSolidList"/>
    <dgm:cxn modelId="{841A5743-FB51-460B-A008-FA90239A67E2}" type="presParOf" srcId="{6B7421FD-95C1-4055-A6C9-CA8BF6E9C3AD}" destId="{C4A4AC5F-FECA-4FE6-8419-2B5016A28BFE}" srcOrd="2" destOrd="0" presId="urn:microsoft.com/office/officeart/2018/2/layout/IconVerticalSolidList"/>
    <dgm:cxn modelId="{A550DF68-42B8-4F8B-857C-A34A4365C6E4}" type="presParOf" srcId="{6B7421FD-95C1-4055-A6C9-CA8BF6E9C3AD}" destId="{0795AF85-5EF8-4D53-8D78-290E51AE8D7F}" srcOrd="3" destOrd="0" presId="urn:microsoft.com/office/officeart/2018/2/layout/IconVerticalSolidList"/>
    <dgm:cxn modelId="{52ED4B22-7128-431C-A787-C0F0497CB559}" type="presParOf" srcId="{B47A1F64-2F2B-47E1-981F-5FCFF10E86CE}" destId="{2673095E-06A8-4FA7-9952-7EB31104AC86}" srcOrd="5" destOrd="0" presId="urn:microsoft.com/office/officeart/2018/2/layout/IconVerticalSolidList"/>
    <dgm:cxn modelId="{3E272E86-5E91-4A8D-921D-23095C838184}" type="presParOf" srcId="{B47A1F64-2F2B-47E1-981F-5FCFF10E86CE}" destId="{673EF8B9-9C82-4404-BCFD-2F42DF615C40}" srcOrd="6" destOrd="0" presId="urn:microsoft.com/office/officeart/2018/2/layout/IconVerticalSolidList"/>
    <dgm:cxn modelId="{E53DB6A9-6DF4-4F66-8002-2F4D6CA0A191}" type="presParOf" srcId="{673EF8B9-9C82-4404-BCFD-2F42DF615C40}" destId="{90B77CB2-E240-4B27-B655-C1C7242E1E40}" srcOrd="0" destOrd="0" presId="urn:microsoft.com/office/officeart/2018/2/layout/IconVerticalSolidList"/>
    <dgm:cxn modelId="{526D16A5-22E6-4FF6-A4ED-C9B7D32E472B}" type="presParOf" srcId="{673EF8B9-9C82-4404-BCFD-2F42DF615C40}" destId="{50021B5B-03D1-49D0-A021-070F9898C721}" srcOrd="1" destOrd="0" presId="urn:microsoft.com/office/officeart/2018/2/layout/IconVerticalSolidList"/>
    <dgm:cxn modelId="{F5105921-A0BD-4BCC-AED1-8D8F5035066D}" type="presParOf" srcId="{673EF8B9-9C82-4404-BCFD-2F42DF615C40}" destId="{9F2D251F-80B8-42EB-B41D-CD707362335B}" srcOrd="2" destOrd="0" presId="urn:microsoft.com/office/officeart/2018/2/layout/IconVerticalSolidList"/>
    <dgm:cxn modelId="{61C927D4-5574-4F6B-B344-AC8A9F6B0F9A}" type="presParOf" srcId="{673EF8B9-9C82-4404-BCFD-2F42DF615C40}" destId="{DAD9C8A1-8724-4808-9DE0-FE05D139A5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50AFB-1ACA-408B-8E57-9DE39510A5F1}">
      <dsp:nvSpPr>
        <dsp:cNvPr id="0" name=""/>
        <dsp:cNvSpPr/>
      </dsp:nvSpPr>
      <dsp:spPr>
        <a:xfrm>
          <a:off x="871669" y="1774"/>
          <a:ext cx="3486676" cy="18188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51" tIns="461976" rIns="67651" bIns="46197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Perform sentiment classification on COVID-19 tweets</a:t>
          </a:r>
        </a:p>
      </dsp:txBody>
      <dsp:txXfrm>
        <a:off x="871669" y="1774"/>
        <a:ext cx="3486676" cy="1818804"/>
      </dsp:txXfrm>
    </dsp:sp>
    <dsp:sp modelId="{07A27D45-8EFB-4189-9AC5-AEF7A751C3B6}">
      <dsp:nvSpPr>
        <dsp:cNvPr id="0" name=""/>
        <dsp:cNvSpPr/>
      </dsp:nvSpPr>
      <dsp:spPr>
        <a:xfrm>
          <a:off x="0" y="1774"/>
          <a:ext cx="871669" cy="18188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26" tIns="179657" rIns="46126" bIns="17965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</a:t>
          </a:r>
        </a:p>
      </dsp:txBody>
      <dsp:txXfrm>
        <a:off x="0" y="1774"/>
        <a:ext cx="871669" cy="1818804"/>
      </dsp:txXfrm>
    </dsp:sp>
    <dsp:sp modelId="{76B4A461-D194-4FE9-AC26-5E784DA42AF6}">
      <dsp:nvSpPr>
        <dsp:cNvPr id="0" name=""/>
        <dsp:cNvSpPr/>
      </dsp:nvSpPr>
      <dsp:spPr>
        <a:xfrm>
          <a:off x="871669" y="1929707"/>
          <a:ext cx="3486676" cy="1818804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51" tIns="461976" rIns="67651" bIns="46197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Develop a user-friendly interface for uploading and analyzing tweet data</a:t>
          </a:r>
        </a:p>
      </dsp:txBody>
      <dsp:txXfrm>
        <a:off x="871669" y="1929707"/>
        <a:ext cx="3486676" cy="1818804"/>
      </dsp:txXfrm>
    </dsp:sp>
    <dsp:sp modelId="{C74D150C-AD8E-4407-8CFA-FBC38D19D563}">
      <dsp:nvSpPr>
        <dsp:cNvPr id="0" name=""/>
        <dsp:cNvSpPr/>
      </dsp:nvSpPr>
      <dsp:spPr>
        <a:xfrm>
          <a:off x="0" y="1929707"/>
          <a:ext cx="871669" cy="181880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26" tIns="179657" rIns="46126" bIns="17965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</a:t>
          </a:r>
        </a:p>
      </dsp:txBody>
      <dsp:txXfrm>
        <a:off x="0" y="1929707"/>
        <a:ext cx="871669" cy="1818804"/>
      </dsp:txXfrm>
    </dsp:sp>
    <dsp:sp modelId="{47F264C5-A5D8-4C42-9B3E-2FB69BBBB571}">
      <dsp:nvSpPr>
        <dsp:cNvPr id="0" name=""/>
        <dsp:cNvSpPr/>
      </dsp:nvSpPr>
      <dsp:spPr>
        <a:xfrm>
          <a:off x="871669" y="3857640"/>
          <a:ext cx="3486676" cy="1818804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51" tIns="461976" rIns="67651" bIns="46197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Visualize sentiment trends and distributions</a:t>
          </a:r>
        </a:p>
      </dsp:txBody>
      <dsp:txXfrm>
        <a:off x="871669" y="3857640"/>
        <a:ext cx="3486676" cy="1818804"/>
      </dsp:txXfrm>
    </dsp:sp>
    <dsp:sp modelId="{E84EC0B9-7B8A-475B-B75A-78B65CAD2C32}">
      <dsp:nvSpPr>
        <dsp:cNvPr id="0" name=""/>
        <dsp:cNvSpPr/>
      </dsp:nvSpPr>
      <dsp:spPr>
        <a:xfrm>
          <a:off x="0" y="3857640"/>
          <a:ext cx="871669" cy="181880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126" tIns="179657" rIns="46126" bIns="17965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Visualize</a:t>
          </a:r>
        </a:p>
      </dsp:txBody>
      <dsp:txXfrm>
        <a:off x="0" y="3857640"/>
        <a:ext cx="871669" cy="1818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8BF60-EDBF-43EA-AB58-0FAE21AA55BF}">
      <dsp:nvSpPr>
        <dsp:cNvPr id="0" name=""/>
        <dsp:cNvSpPr/>
      </dsp:nvSpPr>
      <dsp:spPr>
        <a:xfrm rot="5400000">
          <a:off x="-201150" y="989113"/>
          <a:ext cx="1544392" cy="1864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2361B-756E-4C9B-8A03-C081E674C73D}">
      <dsp:nvSpPr>
        <dsp:cNvPr id="0" name=""/>
        <dsp:cNvSpPr/>
      </dsp:nvSpPr>
      <dsp:spPr>
        <a:xfrm>
          <a:off x="151957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Upload CSV</a:t>
          </a:r>
        </a:p>
      </dsp:txBody>
      <dsp:txXfrm>
        <a:off x="188366" y="36688"/>
        <a:ext cx="1998981" cy="1170261"/>
      </dsp:txXfrm>
    </dsp:sp>
    <dsp:sp modelId="{A0F9DC9D-7028-4278-98A9-2D7D535EBEBE}">
      <dsp:nvSpPr>
        <dsp:cNvPr id="0" name=""/>
        <dsp:cNvSpPr/>
      </dsp:nvSpPr>
      <dsp:spPr>
        <a:xfrm rot="5400000">
          <a:off x="-201150" y="2542962"/>
          <a:ext cx="1544392" cy="186461"/>
        </a:xfrm>
        <a:prstGeom prst="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CDF8A-CBCA-40B8-AAE4-6BC6CA44EDFF}">
      <dsp:nvSpPr>
        <dsp:cNvPr id="0" name=""/>
        <dsp:cNvSpPr/>
      </dsp:nvSpPr>
      <dsp:spPr>
        <a:xfrm>
          <a:off x="151957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Analyze up to 100 tweets</a:t>
          </a:r>
        </a:p>
      </dsp:txBody>
      <dsp:txXfrm>
        <a:off x="188366" y="1590538"/>
        <a:ext cx="1998981" cy="1170261"/>
      </dsp:txXfrm>
    </dsp:sp>
    <dsp:sp modelId="{BFB99C10-0A8D-43FC-922F-ED9ABC5A98FF}">
      <dsp:nvSpPr>
        <dsp:cNvPr id="0" name=""/>
        <dsp:cNvSpPr/>
      </dsp:nvSpPr>
      <dsp:spPr>
        <a:xfrm>
          <a:off x="575774" y="3319887"/>
          <a:ext cx="2746035" cy="186461"/>
        </a:xfrm>
        <a:prstGeom prst="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701A4-7685-4BDF-9E2C-E6F7CEF3642F}">
      <dsp:nvSpPr>
        <dsp:cNvPr id="0" name=""/>
        <dsp:cNvSpPr/>
      </dsp:nvSpPr>
      <dsp:spPr>
        <a:xfrm>
          <a:off x="151957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Output:</a:t>
          </a:r>
        </a:p>
      </dsp:txBody>
      <dsp:txXfrm>
        <a:off x="188366" y="3144387"/>
        <a:ext cx="1998981" cy="1170261"/>
      </dsp:txXfrm>
    </dsp:sp>
    <dsp:sp modelId="{F8F8F222-0052-408C-B68F-FF32130C2FD8}">
      <dsp:nvSpPr>
        <dsp:cNvPr id="0" name=""/>
        <dsp:cNvSpPr/>
      </dsp:nvSpPr>
      <dsp:spPr>
        <a:xfrm rot="16200000">
          <a:off x="2554342" y="2542962"/>
          <a:ext cx="1544392" cy="186461"/>
        </a:xfrm>
        <a:prstGeom prst="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01D89-9FB3-456D-B294-7C241DDA2AAE}">
      <dsp:nvSpPr>
        <dsp:cNvPr id="0" name=""/>
        <dsp:cNvSpPr/>
      </dsp:nvSpPr>
      <dsp:spPr>
        <a:xfrm>
          <a:off x="2907450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Sentiment label</a:t>
          </a:r>
        </a:p>
      </dsp:txBody>
      <dsp:txXfrm>
        <a:off x="2943859" y="3144387"/>
        <a:ext cx="1998981" cy="1170261"/>
      </dsp:txXfrm>
    </dsp:sp>
    <dsp:sp modelId="{2A8BC28A-D5DB-49FB-A5D1-A72C779D0A72}">
      <dsp:nvSpPr>
        <dsp:cNvPr id="0" name=""/>
        <dsp:cNvSpPr/>
      </dsp:nvSpPr>
      <dsp:spPr>
        <a:xfrm rot="16200000">
          <a:off x="2554342" y="989113"/>
          <a:ext cx="1544392" cy="186461"/>
        </a:xfrm>
        <a:prstGeom prst="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BFBDD-CA34-4067-8878-C525E1C2E062}">
      <dsp:nvSpPr>
        <dsp:cNvPr id="0" name=""/>
        <dsp:cNvSpPr/>
      </dsp:nvSpPr>
      <dsp:spPr>
        <a:xfrm>
          <a:off x="2907450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Confidence</a:t>
          </a:r>
        </a:p>
      </dsp:txBody>
      <dsp:txXfrm>
        <a:off x="2943859" y="1590538"/>
        <a:ext cx="1998981" cy="1170261"/>
      </dsp:txXfrm>
    </dsp:sp>
    <dsp:sp modelId="{7DDDB3FD-89FE-4204-AF1E-CE2023F92711}">
      <dsp:nvSpPr>
        <dsp:cNvPr id="0" name=""/>
        <dsp:cNvSpPr/>
      </dsp:nvSpPr>
      <dsp:spPr>
        <a:xfrm>
          <a:off x="3331267" y="212188"/>
          <a:ext cx="2746035" cy="186461"/>
        </a:xfrm>
        <a:prstGeom prst="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EC128-51BA-436B-B8C2-2F76B3A610B0}">
      <dsp:nvSpPr>
        <dsp:cNvPr id="0" name=""/>
        <dsp:cNvSpPr/>
      </dsp:nvSpPr>
      <dsp:spPr>
        <a:xfrm>
          <a:off x="2907450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Tweet content</a:t>
          </a:r>
        </a:p>
      </dsp:txBody>
      <dsp:txXfrm>
        <a:off x="2943859" y="36688"/>
        <a:ext cx="1998981" cy="1170261"/>
      </dsp:txXfrm>
    </dsp:sp>
    <dsp:sp modelId="{9B7454E6-8D37-439D-A952-48FBD0DAA727}">
      <dsp:nvSpPr>
        <dsp:cNvPr id="0" name=""/>
        <dsp:cNvSpPr/>
      </dsp:nvSpPr>
      <dsp:spPr>
        <a:xfrm rot="5400000">
          <a:off x="5309835" y="989113"/>
          <a:ext cx="1544392" cy="186461"/>
        </a:xfrm>
        <a:prstGeom prst="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E94EA-81C1-4D91-9196-41D5352D41CC}">
      <dsp:nvSpPr>
        <dsp:cNvPr id="0" name=""/>
        <dsp:cNvSpPr/>
      </dsp:nvSpPr>
      <dsp:spPr>
        <a:xfrm>
          <a:off x="5662943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Date (if available)</a:t>
          </a:r>
        </a:p>
      </dsp:txBody>
      <dsp:txXfrm>
        <a:off x="5699352" y="36688"/>
        <a:ext cx="1998981" cy="1170261"/>
      </dsp:txXfrm>
    </dsp:sp>
    <dsp:sp modelId="{C443CC8F-C6C2-4807-8758-E85921459503}">
      <dsp:nvSpPr>
        <dsp:cNvPr id="0" name=""/>
        <dsp:cNvSpPr/>
      </dsp:nvSpPr>
      <dsp:spPr>
        <a:xfrm rot="5400000">
          <a:off x="5309835" y="2542962"/>
          <a:ext cx="1544392" cy="18646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BF4A7-A718-4DB4-BED0-AB65BDEB21C4}">
      <dsp:nvSpPr>
        <dsp:cNvPr id="0" name=""/>
        <dsp:cNvSpPr/>
      </dsp:nvSpPr>
      <dsp:spPr>
        <a:xfrm>
          <a:off x="5662943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Generate visualizations:</a:t>
          </a:r>
        </a:p>
      </dsp:txBody>
      <dsp:txXfrm>
        <a:off x="5699352" y="1590538"/>
        <a:ext cx="1998981" cy="1170261"/>
      </dsp:txXfrm>
    </dsp:sp>
    <dsp:sp modelId="{161FE4B0-DAC3-4EE3-9460-D0C517CBF03C}">
      <dsp:nvSpPr>
        <dsp:cNvPr id="0" name=""/>
        <dsp:cNvSpPr/>
      </dsp:nvSpPr>
      <dsp:spPr>
        <a:xfrm>
          <a:off x="5662943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Bar chart  - Line chart</a:t>
          </a:r>
        </a:p>
      </dsp:txBody>
      <dsp:txXfrm>
        <a:off x="5699352" y="3144387"/>
        <a:ext cx="1998981" cy="11702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5E6A9-FC06-4F7C-888B-9DB613272625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F7C1F-D15B-4370-AEFD-648884609C55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DE50B-587D-4ED7-BD91-219BF582F1FC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Transformer-based sentiment analysis</a:t>
          </a:r>
        </a:p>
      </dsp:txBody>
      <dsp:txXfrm>
        <a:off x="1428292" y="2439"/>
        <a:ext cx="3297908" cy="1236616"/>
      </dsp:txXfrm>
    </dsp:sp>
    <dsp:sp modelId="{DBE3E7FC-493C-4247-857F-B5E444B418FF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3C176-2D0A-4EF4-93D9-F2C3DC4762FD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994B4-BD46-4776-82B6-D2ADBF984484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User-friendly interface</a:t>
          </a:r>
        </a:p>
      </dsp:txBody>
      <dsp:txXfrm>
        <a:off x="1428292" y="1548210"/>
        <a:ext cx="3297908" cy="1236616"/>
      </dsp:txXfrm>
    </dsp:sp>
    <dsp:sp modelId="{AF7FD244-0E40-440A-B7DF-ED85C459F10E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43A8E-4011-4FCB-9546-F875E9D820D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5AF85-5EF8-4D53-8D78-290E51AE8D7F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Works with or without date data</a:t>
          </a:r>
        </a:p>
      </dsp:txBody>
      <dsp:txXfrm>
        <a:off x="1428292" y="3093981"/>
        <a:ext cx="3297908" cy="1236616"/>
      </dsp:txXfrm>
    </dsp:sp>
    <dsp:sp modelId="{90B77CB2-E240-4B27-B655-C1C7242E1E40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21B5B-03D1-49D0-A021-070F9898C72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9C8A1-8724-4808-9DE0-FE05D139A5A8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Easily extendable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011D-9D74-8C11-03BA-D137A767B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Intelligence(A1101B)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 Session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F164B-07C8-C1FB-3A7E-088A4886C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Tweet Sentiment analysis</a:t>
            </a:r>
          </a:p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Sandeep Kumar (202410116100180)</a:t>
            </a:r>
          </a:p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 Kumar (2021410116100147)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855C7-501F-077D-E63E-CB252CF4B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0"/>
            <a:ext cx="9144000" cy="1328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7E83CA-F049-7AC2-A9CF-1D3474F2CA5E}"/>
              </a:ext>
            </a:extLst>
          </p:cNvPr>
          <p:cNvSpPr txBox="1"/>
          <p:nvPr/>
        </p:nvSpPr>
        <p:spPr>
          <a:xfrm>
            <a:off x="6812280" y="5638800"/>
            <a:ext cx="2130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Project Supervisor:</a:t>
            </a:r>
          </a:p>
          <a:p>
            <a:r>
              <a:rPr lang="en-US" b="1" dirty="0">
                <a:solidFill>
                  <a:srgbClr val="FF0000"/>
                </a:solidFill>
              </a:rPr>
              <a:t>Ms. Apoorv Jain</a:t>
            </a:r>
          </a:p>
          <a:p>
            <a:r>
              <a:rPr lang="en-US" b="1" dirty="0">
                <a:solidFill>
                  <a:srgbClr val="FF0000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363723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Introduction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200">
                <a:solidFill>
                  <a:schemeClr val="bg1"/>
                </a:solidFill>
              </a:rPr>
              <a:t>This project leverages</a:t>
            </a:r>
            <a:r>
              <a:rPr lang="en-IN" sz="2200">
                <a:solidFill>
                  <a:schemeClr val="bg1"/>
                </a:solidFill>
              </a:rPr>
              <a:t> Time series and</a:t>
            </a:r>
            <a:r>
              <a:rPr sz="2200">
                <a:solidFill>
                  <a:schemeClr val="bg1"/>
                </a:solidFill>
              </a:rPr>
              <a:t> Natural Language Processing (NLP) to analyze public sentiment on COVID-19-related tweets using a pre-trained RoBERTa model.</a:t>
            </a:r>
          </a:p>
          <a:p>
            <a:pPr>
              <a:lnSpc>
                <a:spcPct val="90000"/>
              </a:lnSpc>
            </a:pPr>
            <a:endParaRPr sz="2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sz="2200">
                <a:solidFill>
                  <a:schemeClr val="bg1"/>
                </a:solidFill>
              </a:rPr>
              <a:t>The system provides interactive visualizations through a web interface built with Gradio.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5B627AF7-A8B9-E07A-1616-CB27EBF75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75551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r>
              <a:rPr lang="en-US" sz="3900">
                <a:solidFill>
                  <a:schemeClr val="bg1"/>
                </a:solidFill>
              </a:rPr>
              <a:t>Technologies Used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108061"/>
            <a:ext cx="3756675" cy="4571972"/>
          </a:xfrm>
        </p:spPr>
        <p:txBody>
          <a:bodyPr anchor="ctr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 Hugging Face Transformers      (</a:t>
            </a:r>
            <a:r>
              <a:rPr lang="en-US" sz="1700" dirty="0" err="1">
                <a:solidFill>
                  <a:schemeClr val="bg1"/>
                </a:solidFill>
              </a:rPr>
              <a:t>RoBERTa</a:t>
            </a:r>
            <a:r>
              <a:rPr lang="en-US" sz="1700" dirty="0">
                <a:solidFill>
                  <a:schemeClr val="bg1"/>
                </a:solidFill>
              </a:rPr>
              <a:t> model)</a:t>
            </a:r>
          </a:p>
          <a:p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Gradio</a:t>
            </a:r>
            <a:r>
              <a:rPr lang="en-US" sz="1700" dirty="0">
                <a:solidFill>
                  <a:schemeClr val="bg1"/>
                </a:solidFill>
              </a:rPr>
              <a:t> (Web UI)</a:t>
            </a:r>
          </a:p>
          <a:p>
            <a:r>
              <a:rPr lang="en-US" sz="1700" dirty="0">
                <a:solidFill>
                  <a:schemeClr val="bg1"/>
                </a:solidFill>
              </a:rPr>
              <a:t> Pandas (Data handling)</a:t>
            </a:r>
          </a:p>
          <a:p>
            <a:r>
              <a:rPr lang="en-US" sz="1700" dirty="0">
                <a:solidFill>
                  <a:schemeClr val="bg1"/>
                </a:solidFill>
              </a:rPr>
              <a:t> Matplotlib (Visualization)</a:t>
            </a:r>
          </a:p>
          <a:p>
            <a:r>
              <a:rPr lang="en-US" sz="1700" dirty="0">
                <a:solidFill>
                  <a:schemeClr val="bg1"/>
                </a:solidFill>
              </a:rPr>
              <a:t> Python</a:t>
            </a:r>
          </a:p>
          <a:p>
            <a:r>
              <a:rPr lang="en-US" sz="1700" dirty="0">
                <a:solidFill>
                  <a:schemeClr val="bg1"/>
                </a:solidFill>
              </a:rPr>
              <a:t> Time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800"/>
              <a:t>Data Input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CSV File Requirements:</a:t>
            </a:r>
          </a:p>
          <a:p>
            <a:r>
              <a:rPr lang="en-US" sz="2100"/>
              <a:t>- Mandatory column: 'text'</a:t>
            </a:r>
          </a:p>
          <a:p>
            <a:r>
              <a:rPr lang="en-US" sz="2100"/>
              <a:t>- Optional column: 'date'</a:t>
            </a:r>
          </a:p>
          <a:p>
            <a:endParaRPr lang="en-US" sz="2100"/>
          </a:p>
          <a:p>
            <a:r>
              <a:rPr lang="en-US" sz="2100"/>
              <a:t>Example:</a:t>
            </a:r>
          </a:p>
          <a:p>
            <a:r>
              <a:rPr lang="en-US" sz="2100"/>
              <a:t>"The lockdown is frustrating",2021-05-02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Sentiment Classification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r>
              <a:rPr lang="en-US" sz="1900" dirty="0" err="1"/>
              <a:t>RoBERTa</a:t>
            </a:r>
            <a:r>
              <a:rPr lang="en-US" sz="1900" dirty="0"/>
              <a:t> Labels:</a:t>
            </a:r>
          </a:p>
          <a:p>
            <a:r>
              <a:rPr lang="en-US" sz="1900" dirty="0"/>
              <a:t> LABEL_0 → Negative</a:t>
            </a:r>
          </a:p>
          <a:p>
            <a:r>
              <a:rPr lang="en-US" sz="1900" dirty="0"/>
              <a:t> LABEL_1 → Neutral</a:t>
            </a:r>
          </a:p>
          <a:p>
            <a:r>
              <a:rPr lang="en-US" sz="1900" dirty="0"/>
              <a:t> LABEL_2 → Positive</a:t>
            </a:r>
          </a:p>
          <a:p>
            <a:endParaRPr lang="en-US" sz="1900" dirty="0"/>
          </a:p>
          <a:p>
            <a:r>
              <a:rPr lang="en-US" sz="1900" dirty="0"/>
              <a:t>Mapped Output:</a:t>
            </a:r>
          </a:p>
          <a:p>
            <a:r>
              <a:rPr lang="en-US" sz="1900" dirty="0"/>
              <a:t>Negative, Neutral, Positive</a:t>
            </a:r>
          </a:p>
          <a:p>
            <a:r>
              <a:rPr lang="en-US" sz="1900" dirty="0"/>
              <a:t>Includes confidence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AF58AB-12B0-889C-91A4-6BE01A8624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8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Application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8B6B8F-8389-D8D6-9C9C-520174E19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0687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Gradio Interface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r>
              <a:rPr lang="en-US" sz="1900"/>
              <a:t>Components:</a:t>
            </a:r>
          </a:p>
          <a:p>
            <a:pPr marL="0" indent="0">
              <a:buNone/>
            </a:pPr>
            <a:r>
              <a:rPr lang="en-US" sz="1900"/>
              <a:t>- File Upload</a:t>
            </a:r>
          </a:p>
          <a:p>
            <a:pPr marL="0" indent="0">
              <a:buNone/>
            </a:pPr>
            <a:r>
              <a:rPr lang="en-US" sz="1900"/>
              <a:t>- Analyze Tweets Button</a:t>
            </a:r>
          </a:p>
          <a:p>
            <a:pPr marL="0" indent="0">
              <a:buNone/>
            </a:pPr>
            <a:r>
              <a:rPr lang="en-US" sz="1900"/>
              <a:t>- Sentiment Distribution Button</a:t>
            </a:r>
          </a:p>
          <a:p>
            <a:pPr marL="0" indent="0">
              <a:buNone/>
            </a:pPr>
            <a:r>
              <a:rPr lang="en-US" sz="1900"/>
              <a:t>- Time Series Button</a:t>
            </a:r>
          </a:p>
          <a:p>
            <a:pPr marL="0" indent="0">
              <a:buNone/>
            </a:pPr>
            <a:r>
              <a:rPr lang="en-US" sz="1900"/>
              <a:t>- Output Textbox and Plots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r>
              <a:rPr lang="en-US" sz="3500"/>
              <a:t>Visualization Examples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786" y="2508105"/>
            <a:ext cx="3780214" cy="3632493"/>
          </a:xfrm>
        </p:spPr>
        <p:txBody>
          <a:bodyPr anchor="ctr">
            <a:normAutofit/>
          </a:bodyPr>
          <a:lstStyle/>
          <a:p>
            <a:r>
              <a:rPr lang="en-US" sz="1700"/>
              <a:t>1. Bar Chart - Sentiment Distribution</a:t>
            </a:r>
          </a:p>
          <a:p>
            <a:r>
              <a:rPr lang="en-US" sz="1700"/>
              <a:t>2. Line Chart - Sentiment Over Time</a:t>
            </a:r>
          </a:p>
          <a:p>
            <a:endParaRPr lang="en-US" sz="1700"/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0275CF1D-92BE-0C92-A8E1-9EEBD10B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00" y="830431"/>
            <a:ext cx="3291840" cy="2468880"/>
          </a:xfrm>
          <a:prstGeom prst="rect">
            <a:avLst/>
          </a:prstGeom>
        </p:spPr>
      </p:pic>
      <p:pic>
        <p:nvPicPr>
          <p:cNvPr id="7" name="Picture 6" descr="A graph with colored lines&#10;&#10;AI-generated content may be incorrect.">
            <a:extLst>
              <a:ext uri="{FF2B5EF4-FFF2-40B4-BE49-F238E27FC236}">
                <a16:creationId xmlns:a16="http://schemas.microsoft.com/office/drawing/2014/main" id="{B6147BD0-3CAB-837B-442F-5E1A07A24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00" y="3651795"/>
            <a:ext cx="3291840" cy="24277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 Strengths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F761DE-658E-A28D-F405-DB92845CB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09159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Future Enhancements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- Batch processing</a:t>
            </a:r>
          </a:p>
          <a:p>
            <a:r>
              <a:rPr lang="en-US" sz="2100"/>
              <a:t>- Hashtag/keyword analysis</a:t>
            </a:r>
          </a:p>
          <a:p>
            <a:r>
              <a:rPr lang="en-US" sz="2100"/>
              <a:t>- Date filtering &amp; thresholds</a:t>
            </a:r>
          </a:p>
          <a:p>
            <a:r>
              <a:rPr lang="en-US" sz="2100"/>
              <a:t>- Dashboard with Plotly/Streamlit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Demonstrates how transformers + open-source tools can analyze and visualize tweet sentiment in real-time, especially during health crises.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6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340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Artificial Intelligence(A1101B) Even Semester Session 2024-25</vt:lpstr>
      <vt:lpstr>Introduction</vt:lpstr>
      <vt:lpstr>Objectives</vt:lpstr>
      <vt:lpstr>Technologies Used</vt:lpstr>
      <vt:lpstr>Data Input Format</vt:lpstr>
      <vt:lpstr>Sentiment Classification</vt:lpstr>
      <vt:lpstr>Application Workflow</vt:lpstr>
      <vt:lpstr>Gradio Interface</vt:lpstr>
      <vt:lpstr>Visualization Examples</vt:lpstr>
      <vt:lpstr>Key Strengths</vt:lpstr>
      <vt:lpstr>Future Enhancements</vt:lpstr>
      <vt:lpstr>Conclusion</vt:lpstr>
      <vt:lpstr>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kumar</cp:lastModifiedBy>
  <cp:revision>6</cp:revision>
  <dcterms:created xsi:type="dcterms:W3CDTF">2013-01-27T09:14:16Z</dcterms:created>
  <dcterms:modified xsi:type="dcterms:W3CDTF">2025-05-26T15:46:22Z</dcterms:modified>
  <cp:category/>
</cp:coreProperties>
</file>