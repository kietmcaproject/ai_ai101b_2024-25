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Petrona"/>
      <p:regular r:id="rId15"/>
    </p:embeddedFont>
    <p:embeddedFont>
      <p:font typeface="Petrona"/>
      <p:regular r:id="rId16"/>
    </p:embeddedFont>
    <p:embeddedFont>
      <p:font typeface="Petrona"/>
      <p:regular r:id="rId17"/>
    </p:embeddedFont>
    <p:embeddedFont>
      <p:font typeface="Petrona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709982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COVID-19 Tweets Analysis and Prediction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793790" y="453866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Harsh Sharma 202410116100084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15671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Harsh Maheshwari 202410116100083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74840"/>
            <a:ext cx="663594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Introduction to Analysis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6280190" y="2659261"/>
            <a:ext cx="3664863" cy="2065734"/>
          </a:xfrm>
          <a:prstGeom prst="roundRect">
            <a:avLst>
              <a:gd name="adj" fmla="val 461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89369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Context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6514624" y="3401854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Analyzing public sentiment on COVID-19 using social media data.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2659261"/>
            <a:ext cx="3664863" cy="2065734"/>
          </a:xfrm>
          <a:prstGeom prst="roundRect">
            <a:avLst>
              <a:gd name="adj" fmla="val 4612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289369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Purpose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0406301" y="3401854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understand sentiment trends and predict future public reactions.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951809"/>
            <a:ext cx="7556421" cy="1702832"/>
          </a:xfrm>
          <a:prstGeom prst="roundRect">
            <a:avLst>
              <a:gd name="adj" fmla="val 5595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18624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Scope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6514624" y="5694402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Focuses on tweets collected during the pandemic for real-time insights.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23680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 Stack</a:t>
            </a:r>
            <a:endParaRPr lang="en-US" sz="4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190" y="2908102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3701891"/>
            <a:ext cx="2329815" cy="1116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Natural Language Processing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6280190" y="4954191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 and analyzing tweet text, extracting sentiment scores.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493" y="2908102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93493" y="3701891"/>
            <a:ext cx="232981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Transformers</a:t>
            </a:r>
            <a:endParaRPr lang="en-US" sz="2300" dirty="0"/>
          </a:p>
        </p:txBody>
      </p:sp>
      <p:sp>
        <p:nvSpPr>
          <p:cNvPr id="9" name="Text 4"/>
          <p:cNvSpPr/>
          <p:nvPr/>
        </p:nvSpPr>
        <p:spPr>
          <a:xfrm>
            <a:off x="8893493" y="4210050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pretrained BERT model for multilingual sentiment analysis.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6795" y="2908102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06795" y="3701891"/>
            <a:ext cx="2329815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Time Series Forecasting</a:t>
            </a:r>
            <a:endParaRPr lang="en-US" sz="2300" dirty="0"/>
          </a:p>
        </p:txBody>
      </p:sp>
      <p:sp>
        <p:nvSpPr>
          <p:cNvPr id="12" name="Text 6"/>
          <p:cNvSpPr/>
          <p:nvPr/>
        </p:nvSpPr>
        <p:spPr>
          <a:xfrm>
            <a:off x="11506795" y="4582120"/>
            <a:ext cx="23298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Predicting sentiment trends over time using Facebook Prophet tool.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912" y="558403"/>
            <a:ext cx="4746069" cy="586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Code Features &amp; Tools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25912" y="1413391"/>
            <a:ext cx="7892177" cy="6257806"/>
          </a:xfrm>
          <a:prstGeom prst="roundRect">
            <a:avLst>
              <a:gd name="adj" fmla="val 120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3532" y="1421011"/>
            <a:ext cx="7876103" cy="51589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813197" y="1535906"/>
            <a:ext cx="2263616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442097" y="1535906"/>
            <a:ext cx="2259806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067187" y="1535906"/>
            <a:ext cx="2263616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3532" y="1936909"/>
            <a:ext cx="7876103" cy="10881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813197" y="2051804"/>
            <a:ext cx="2263616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NLP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442097" y="2051804"/>
            <a:ext cx="2259806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067187" y="2051804"/>
            <a:ext cx="2263616" cy="858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Tweet cleaning and sentiment analysis performed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3532" y="3025021"/>
            <a:ext cx="7876103" cy="13742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13197" y="3139916"/>
            <a:ext cx="2263616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Transformers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442097" y="3139916"/>
            <a:ext cx="2259806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067187" y="3139916"/>
            <a:ext cx="2263616" cy="1144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pretrained BERT model nlptown/bert-base-multilingual-uncased-sentiment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33532" y="4399240"/>
            <a:ext cx="7876103" cy="10881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813197" y="4514136"/>
            <a:ext cx="2263616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Series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442097" y="4514136"/>
            <a:ext cx="2259806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Yes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067187" y="4514136"/>
            <a:ext cx="2263616" cy="858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sentiment counts by date with Facebook Prophet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33532" y="5487353"/>
            <a:ext cx="7876103" cy="108811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813197" y="5602248"/>
            <a:ext cx="2263616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COVID-19 Tweets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442097" y="5602248"/>
            <a:ext cx="2259806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Yes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067187" y="5602248"/>
            <a:ext cx="2263616" cy="858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based on Corona_NLP_test.csv dataset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33532" y="6575465"/>
            <a:ext cx="7876103" cy="108811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813197" y="6690360"/>
            <a:ext cx="2263616" cy="286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3442097" y="6690360"/>
            <a:ext cx="2259806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Yes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067187" y="6690360"/>
            <a:ext cx="2263616" cy="858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Forecast future positive tweet trends using Prophet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334232"/>
            <a:ext cx="809684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Detailed Analysis Description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793790" y="541865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30906" y="549652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Preparation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1530906" y="6004679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Tweets cleaned to remove noise and irrelevant characters.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35893" y="541865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73008" y="5496520"/>
            <a:ext cx="337827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Sentiment Classification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973008" y="6004679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tweet classified as positive, negative, or neutral.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77995" y="541865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415111" y="549652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Trend Aggregation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10415111" y="6004679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Sentiment counts grouped by date for time-series modeling.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738205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Scope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793790" y="5503069"/>
            <a:ext cx="4120753" cy="226814"/>
          </a:xfrm>
          <a:prstGeom prst="roundRect">
            <a:avLst>
              <a:gd name="adj" fmla="val 4200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93790" y="607004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Expand Data Sources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793790" y="6578203"/>
            <a:ext cx="41207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Include other social media platforms and news feeds.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54704" y="5162788"/>
            <a:ext cx="4120872" cy="226814"/>
          </a:xfrm>
          <a:prstGeom prst="roundRect">
            <a:avLst>
              <a:gd name="adj" fmla="val 4200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4704" y="5729764"/>
            <a:ext cx="339221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Improve Model Accuracy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254704" y="6237923"/>
            <a:ext cx="412087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advanced transformers and ensemble methods for better predictions.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715738" y="4822627"/>
            <a:ext cx="4120872" cy="226814"/>
          </a:xfrm>
          <a:prstGeom prst="roundRect">
            <a:avLst>
              <a:gd name="adj" fmla="val 42003"/>
            </a:avLst>
          </a:prstGeom>
          <a:solidFill>
            <a:srgbClr val="CCEEFF"/>
          </a:solidFill>
          <a:ln w="7620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15738" y="538960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Prediction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9715738" y="5897761"/>
            <a:ext cx="41208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streaming data analysis for live sentiment updates.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10182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349460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combines NLP, transformers, and time series forecasting.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11265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Predictions help understand future public sentiment trends on COVID-19.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09361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approach offers valuable insights for public health decision-making.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71970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Related Images</a:t>
            </a:r>
            <a:endParaRPr lang="en-US" sz="4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669857"/>
            <a:ext cx="4158615" cy="25702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52354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Sentiment Over Time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93790" y="603170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Shows how positive and negative tweets fluctuate during the pandemic.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669857"/>
            <a:ext cx="4158615" cy="25702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552354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Transformer Model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5235893" y="603170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Pretrained BERT model used for sentiment analysis on tweets.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669857"/>
            <a:ext cx="4158615" cy="25702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552354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Forecasting Trends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9677995" y="6031706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Prophet model predicts future sentiment trends from historical data.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2025-05-26T17:59:52Z</dcterms:created>
  <dcterms:modified xsi:type="dcterms:W3CDTF">2025-05-26T17:59:52Z</dcterms:modified>
</cp:coreProperties>
</file>