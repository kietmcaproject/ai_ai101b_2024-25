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16" r:id="rId1"/>
  </p:sldMasterIdLst>
  <p:sldIdLst>
    <p:sldId id="266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-1426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5BCAD085-E8A6-8845-BD4E-CB4CCA059FC4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5BCAD085-E8A6-8845-BD4E-CB4CCA059FC4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5BCAD085-E8A6-8845-BD4E-CB4CCA059FC4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29385"/>
            <a:ext cx="7772400" cy="1671066"/>
          </a:xfrm>
        </p:spPr>
        <p:txBody>
          <a:bodyPr>
            <a:normAutofit/>
          </a:bodyPr>
          <a:lstStyle/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AI (AI101B)</a:t>
            </a:r>
            <a:b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AI 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CHATBOT USING TRANSFORMERS</a:t>
            </a:r>
            <a:r>
              <a:rPr lang="en-I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Session 2024-25</a:t>
            </a:r>
            <a:endParaRPr lang="en-US" sz="2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6888" y="3600451"/>
            <a:ext cx="4251960" cy="1517905"/>
          </a:xfrm>
        </p:spPr>
        <p:txBody>
          <a:bodyPr>
            <a:normAutofit fontScale="40000" lnSpcReduction="20000"/>
          </a:bodyPr>
          <a:lstStyle/>
          <a:p>
            <a:endParaRPr lang="en-US" sz="38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8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SANGAM KUMAR- 202410116100181</a:t>
            </a:r>
          </a:p>
          <a:p>
            <a:r>
              <a:rPr lang="en-US" sz="3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SAQIB </a:t>
            </a:r>
            <a:r>
              <a:rPr lang="en-US" sz="3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MEHDI - 202410116100185</a:t>
            </a:r>
          </a:p>
          <a:p>
            <a:r>
              <a:rPr lang="en-US" sz="3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SATYAM GUPTA - 202410116100186</a:t>
            </a:r>
          </a:p>
          <a:p>
            <a:r>
              <a:rPr lang="en-US" sz="3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RAM DUBEY- 202410116100160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29A50B94-DBEB-9815-4684-223EC27F9F0D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" y="0"/>
            <a:ext cx="9144000" cy="166138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568696" y="4041648"/>
            <a:ext cx="288950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Project Supervisor: </a:t>
            </a:r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Mr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Apoorv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Jain </a:t>
            </a: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ASST . PROFESSOR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AI </a:t>
            </a:r>
            <a:r>
              <a:rPr dirty="0" err="1"/>
              <a:t>Chatbot</a:t>
            </a:r>
            <a:r>
              <a:rPr dirty="0"/>
              <a:t> Using Transformers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AI chatbots simulate human conversation using natural language.</a:t>
            </a:r>
          </a:p>
          <a:p>
            <a:r>
              <a:t>- Widely used in customer service, education, healthcare, etc.</a:t>
            </a:r>
          </a:p>
          <a:p>
            <a:r>
              <a:t>- Modern chatbots go beyond simple rules and use Machine Learning.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AI Chatbots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Traditional Chatbots:</a:t>
            </a:r>
          </a:p>
          <a:p>
            <a:r>
              <a:t>- Rule-based</a:t>
            </a:r>
          </a:p>
          <a:p>
            <a:r>
              <a:t>- Limited flexibility</a:t>
            </a:r>
          </a:p>
          <a:p>
            <a:r>
              <a:t>- Fixed responses</a:t>
            </a:r>
          </a:p>
          <a:p>
            <a:endParaRPr/>
          </a:p>
          <a:p>
            <a:r>
              <a:t>Modern Chatbots (Transformers):</a:t>
            </a:r>
          </a:p>
          <a:p>
            <a:r>
              <a:t>- Data-driven (ML/DL)</a:t>
            </a:r>
          </a:p>
          <a:p>
            <a:r>
              <a:t>- Highly adaptable</a:t>
            </a:r>
          </a:p>
          <a:p>
            <a:r>
              <a:t>- Context-aware conversations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Traditional vs Modern Chatbots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 type of deep learning model introduced in 2017.</a:t>
            </a:r>
          </a:p>
          <a:p>
            <a:r>
              <a:t>- Key idea: Self-Attention Mechanism</a:t>
            </a:r>
          </a:p>
          <a:p>
            <a:r>
              <a:t>- Models like BERT, GPT, and T5 are based on Transformers.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Are Transformers?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Encoder and Decoder</a:t>
            </a:r>
          </a:p>
          <a:p>
            <a:r>
              <a:t>- Self-Attention Mechanism</a:t>
            </a:r>
          </a:p>
          <a:p>
            <a:r>
              <a:t>- Positional Encoding</a:t>
            </a:r>
          </a:p>
          <a:p>
            <a:r>
              <a:t>- Multi-Head Attention</a:t>
            </a:r>
          </a:p>
          <a:p>
            <a:r>
              <a:t>- Feed Forward Neural Networks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Key Components of a Transformer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BERT: Bidirectional Encoder Representations from Transformers</a:t>
            </a:r>
          </a:p>
          <a:p>
            <a:r>
              <a:t>- GPT: Generative Pre-trained Transformer</a:t>
            </a:r>
          </a:p>
          <a:p>
            <a:r>
              <a:t>- T5: Text-To-Text Transfer Transformer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Popular Transformer Models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Understand context of conversations</a:t>
            </a:r>
          </a:p>
          <a:p>
            <a:r>
              <a:t>- Generate human-like responses</a:t>
            </a:r>
          </a:p>
          <a:p>
            <a:r>
              <a:t>- Learn from large datasets</a:t>
            </a:r>
          </a:p>
          <a:p>
            <a:r>
              <a:t>- Support multiple languages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How Transformers Power Chatbots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Data Collection</a:t>
            </a:r>
          </a:p>
          <a:p>
            <a:r>
              <a:t>2. Preprocessing Text Data</a:t>
            </a:r>
          </a:p>
          <a:p>
            <a:r>
              <a:t>3. Choose Transformer Model</a:t>
            </a:r>
          </a:p>
          <a:p>
            <a:r>
              <a:t>4. Training the Model</a:t>
            </a:r>
          </a:p>
          <a:p>
            <a:r>
              <a:t>5. Deploying the Chatbot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Building an AI Chatbot (Steps)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Customer Support</a:t>
            </a:r>
          </a:p>
          <a:p>
            <a:r>
              <a:t>- Virtual Assistants (e.g., Alexa, Siri)</a:t>
            </a:r>
          </a:p>
          <a:p>
            <a:r>
              <a:t>- Healthcare Consultations</a:t>
            </a:r>
          </a:p>
          <a:p>
            <a:r>
              <a:t>- Educational Tutors</a:t>
            </a:r>
          </a:p>
          <a:p>
            <a:r>
              <a:t>- Business Automation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 of Transformer Chatbots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Transformers have revolutionized AI chatbots.</a:t>
            </a:r>
          </a:p>
          <a:p>
            <a:r>
              <a:t>- They enable smarter, more natural interactions.</a:t>
            </a:r>
          </a:p>
          <a:p>
            <a:r>
              <a:t>- Continue to evolve with ongoing research and applications.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12</TotalTime>
  <Words>291</Words>
  <Application>Microsoft Office PowerPoint</Application>
  <PresentationFormat>On-screen Show (4:3)</PresentationFormat>
  <Paragraphs>60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Concourse</vt:lpstr>
      <vt:lpstr>Introduction to AI (AI101B) AI CHATBOT USING TRANSFORMERS   Session 2024-25</vt:lpstr>
      <vt:lpstr>AI Chatbot Using Transformers</vt:lpstr>
      <vt:lpstr>Introduction to AI Chatbots</vt:lpstr>
      <vt:lpstr>Traditional vs Modern Chatbots</vt:lpstr>
      <vt:lpstr>What Are Transformers?</vt:lpstr>
      <vt:lpstr>Key Components of a Transformer</vt:lpstr>
      <vt:lpstr>Popular Transformer Models</vt:lpstr>
      <vt:lpstr>How Transformers Power Chatbots</vt:lpstr>
      <vt:lpstr>Building an AI Chatbot (Steps)</vt:lpstr>
      <vt:lpstr>Applications of Transformer Chatbots</vt:lpstr>
      <vt:lpstr>Conclusion</vt:lpstr>
    </vt:vector>
  </TitlesOfParts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AI (AI101B) AI CHATBOT USING TRANSFORMERS   Session 2024-25</dc:title>
  <dc:creator>pc</dc:creator>
  <dc:description>generated using python-pptx</dc:description>
  <cp:lastModifiedBy>pc</cp:lastModifiedBy>
  <cp:revision>2</cp:revision>
  <dcterms:created xsi:type="dcterms:W3CDTF">2013-01-27T09:14:16Z</dcterms:created>
  <dcterms:modified xsi:type="dcterms:W3CDTF">2025-05-27T05:49:25Z</dcterms:modified>
</cp:coreProperties>
</file>