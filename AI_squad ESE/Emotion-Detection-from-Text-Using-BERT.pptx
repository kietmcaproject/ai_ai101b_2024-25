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Merriweather"/>
      <p:regular r:id="rId15"/>
    </p:embeddedFont>
    <p:embeddedFont>
      <p:font typeface="Merriweather"/>
      <p:regular r:id="rId16"/>
    </p:embeddedFont>
    <p:embeddedFont>
      <p:font typeface="Merriweather"/>
      <p:regular r:id="rId17"/>
    </p:embeddedFont>
    <p:embeddedFont>
      <p:font typeface="Merriweather"/>
      <p:regular r:id="rId18"/>
    </p:embeddedFont>
    <p:embeddedFont>
      <p:font typeface="Merriweather"/>
      <p:regular r:id="rId19"/>
    </p:embeddedFont>
    <p:embeddedFont>
      <p:font typeface="Merriweather"/>
      <p:regular r:id="rId20"/>
    </p:embeddedFont>
    <p:embeddedFont>
      <p:font typeface="Merriweather"/>
      <p:regular r:id="rId21"/>
    </p:embeddedFont>
    <p:embeddedFont>
      <p:font typeface="Merriweath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091095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Emotion Detection from Text Using BERT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3798" y="4003834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Project on Emotion Recognition via NLP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3798" y="4676299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Presented by: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Harshit Singh &amp; Imran Ahmad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3798" y="5348764"/>
            <a:ext cx="741640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Supervisor: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Mr. Apoorv Jain |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Institute: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KIET Group of Institutions |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Date: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May 2025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990362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Introduction &amp; Motivation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3798" y="2903101"/>
            <a:ext cx="3584853" cy="2636877"/>
          </a:xfrm>
          <a:prstGeom prst="roundRect">
            <a:avLst>
              <a:gd name="adj" fmla="val 393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25855" y="3165158"/>
            <a:ext cx="3060740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is Emotion Detection?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5855" y="4084201"/>
            <a:ext cx="3060740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NLP task classifying emotion categories in text data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695468" y="2903101"/>
            <a:ext cx="3584853" cy="2636877"/>
          </a:xfrm>
          <a:prstGeom prst="roundRect">
            <a:avLst>
              <a:gd name="adj" fmla="val 393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57524" y="3165158"/>
            <a:ext cx="3060740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Importance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957524" y="3698677"/>
            <a:ext cx="3060740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Applications in mental health, customer experience, social analysis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3798" y="5786795"/>
            <a:ext cx="7416403" cy="1452443"/>
          </a:xfrm>
          <a:prstGeom prst="roundRect">
            <a:avLst>
              <a:gd name="adj" fmla="val 713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25855" y="604885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Motivation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25855" y="6582370"/>
            <a:ext cx="689229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BERT captures deep context beyond traditional methods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185392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Literature Review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57366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Traditional Methods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206002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Lexicon-based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687133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SVM, Naive Bayes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5168265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Limited contextual understanding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372576" y="357366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Deep Learning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72576" y="4206002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CNNs and RNNs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372576" y="4687133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Improved but struggled with long sequences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881354" y="357366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BERT Advantages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881354" y="4206002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Bidirectional transformer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81354" y="4687133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Attention-based contextual embeddings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881354" y="5563076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Outperforms earlier models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085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4099084"/>
            <a:ext cx="9526310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Problem Statement &amp; Objectives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3798" y="5240536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65923" y="532530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65923" y="5858828"/>
            <a:ext cx="5495092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Ambiguity, mixed emotions, cultural differences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469505" y="5240536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71629" y="532530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71629" y="5858828"/>
            <a:ext cx="5495092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 BERT-based emotion classifier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71629" y="6339959"/>
            <a:ext cx="5495092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Evaluate on authentic datasets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271629" y="6821091"/>
            <a:ext cx="5495092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Visualize emotional trends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987987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Methodology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37625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Collection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008596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Tweets, GoEmotions dataset, manual labels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576" y="337625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Preprocessing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2576" y="4008596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Tokenization (WordPiece), cleaning, emoji handling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37625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&amp; Tools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81354" y="4008596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Fine-tuned bert-base-uncased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881354" y="4884539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Softmax classification layer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881354" y="5365671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Hugging Face, PyTorch, Matplotlib, Tweepy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530191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Results &amp; Evaluation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198" y="2671643"/>
            <a:ext cx="3584853" cy="2328386"/>
          </a:xfrm>
          <a:prstGeom prst="roundRect">
            <a:avLst>
              <a:gd name="adj" fmla="val 445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12255" y="2933700"/>
            <a:ext cx="3060740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Metrics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612255" y="3467219"/>
            <a:ext cx="30607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Accuracy: 89%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2255" y="3948351"/>
            <a:ext cx="30607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F1-score (weighted): 0.89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181868" y="2671643"/>
            <a:ext cx="3584853" cy="2328386"/>
          </a:xfrm>
          <a:prstGeom prst="roundRect">
            <a:avLst>
              <a:gd name="adj" fmla="val 445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43924" y="2933700"/>
            <a:ext cx="3060740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Visual Analysis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443924" y="3467219"/>
            <a:ext cx="30607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Confusion matrix, label distribution, time trends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350198" y="5246846"/>
            <a:ext cx="7416403" cy="1452443"/>
          </a:xfrm>
          <a:prstGeom prst="roundRect">
            <a:avLst>
              <a:gd name="adj" fmla="val 713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12255" y="5508903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Insights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612255" y="6042422"/>
            <a:ext cx="689229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Strong in Joy/Neutral; some confusion in Fear/Sadness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884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6771" y="3835598"/>
            <a:ext cx="8631198" cy="747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Future Work &amp; Enhancements</a:t>
            </a:r>
            <a:endParaRPr lang="en-US" sz="4700" dirty="0"/>
          </a:p>
        </p:txBody>
      </p:sp>
      <p:sp>
        <p:nvSpPr>
          <p:cNvPr id="4" name="Shape 1"/>
          <p:cNvSpPr/>
          <p:nvPr/>
        </p:nvSpPr>
        <p:spPr>
          <a:xfrm>
            <a:off x="836771" y="4941332"/>
            <a:ext cx="537924" cy="537924"/>
          </a:xfrm>
          <a:prstGeom prst="roundRect">
            <a:avLst>
              <a:gd name="adj" fmla="val 1866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13773" y="5023485"/>
            <a:ext cx="2988469" cy="37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 Expansion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1613773" y="5540335"/>
            <a:ext cx="5552003" cy="38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Increase size and diversity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7464623" y="4941332"/>
            <a:ext cx="537924" cy="537924"/>
          </a:xfrm>
          <a:prstGeom prst="roundRect">
            <a:avLst>
              <a:gd name="adj" fmla="val 1866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41625" y="5023485"/>
            <a:ext cx="3607475" cy="37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Multi-label Classification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8241625" y="5540335"/>
            <a:ext cx="5552003" cy="38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Handle concurrent emotions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6771" y="6400919"/>
            <a:ext cx="537924" cy="537924"/>
          </a:xfrm>
          <a:prstGeom prst="roundRect">
            <a:avLst>
              <a:gd name="adj" fmla="val 1866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13773" y="6483072"/>
            <a:ext cx="3572708" cy="37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&amp; Multilingual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1613773" y="6999923"/>
            <a:ext cx="5552003" cy="38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Streaming APIs, XLM-RoBERTa integration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7464623" y="6400919"/>
            <a:ext cx="537924" cy="537924"/>
          </a:xfrm>
          <a:prstGeom prst="roundRect">
            <a:avLst>
              <a:gd name="adj" fmla="val 18667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41625" y="6483072"/>
            <a:ext cx="4146590" cy="37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Deployment &amp; Explainability</a:t>
            </a:r>
            <a:endParaRPr lang="en-US" sz="2350" dirty="0"/>
          </a:p>
        </p:txBody>
      </p:sp>
      <p:sp>
        <p:nvSpPr>
          <p:cNvPr id="15" name="Text 12"/>
          <p:cNvSpPr/>
          <p:nvPr/>
        </p:nvSpPr>
        <p:spPr>
          <a:xfrm>
            <a:off x="8241625" y="6999923"/>
            <a:ext cx="5552003" cy="38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Web dashboards, LIME &amp; SHAP interpretability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142173"/>
            <a:ext cx="7781092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 &amp; Applications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53044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162782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BERT improves accuracy and scalability in emotion detection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576" y="353044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Applications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2576" y="4162782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Sentiment-aware chatbots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372576" y="4643914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social monitoring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372576" y="5125045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Mental health analysis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372576" y="5606177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Personalized content delivery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881354" y="353044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Takeaway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881354" y="4162782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Effective, scalable, ready for real-world impact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2025-05-26T19:34:17Z</dcterms:created>
  <dcterms:modified xsi:type="dcterms:W3CDTF">2025-05-26T19:34:17Z</dcterms:modified>
</cp:coreProperties>
</file>