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9"/>
  </p:notesMasterIdLst>
  <p:handoutMasterIdLst>
    <p:handoutMasterId r:id="rId20"/>
  </p:handoutMasterIdLst>
  <p:sldIdLst>
    <p:sldId id="315" r:id="rId5"/>
    <p:sldId id="266" r:id="rId6"/>
    <p:sldId id="314" r:id="rId7"/>
    <p:sldId id="271" r:id="rId8"/>
    <p:sldId id="309" r:id="rId9"/>
    <p:sldId id="256" r:id="rId10"/>
    <p:sldId id="312" r:id="rId11"/>
    <p:sldId id="305" r:id="rId12"/>
    <p:sldId id="310" r:id="rId13"/>
    <p:sldId id="316" r:id="rId14"/>
    <p:sldId id="317" r:id="rId15"/>
    <p:sldId id="313" r:id="rId16"/>
    <p:sldId id="300" r:id="rId17"/>
    <p:sldId id="29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377C96-71C2-42AE-AFAC-AA1BBD43B753}" v="46" dt="2025-05-26T17:47:32.895"/>
  </p1510:revLst>
</p1510:revInfo>
</file>

<file path=ppt/tableStyles.xml><?xml version="1.0" encoding="utf-8"?>
<a:tblStyleLst xmlns:a="http://schemas.openxmlformats.org/drawingml/2006/main" def="{8A107856-5554-42FB-B03E-39F5DBC370B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Agnihotri" userId="b813ebc2429bb0c8" providerId="LiveId" clId="{3A377C96-71C2-42AE-AFAC-AA1BBD43B753}"/>
    <pc:docChg chg="undo custSel addSld delSld modSld addSection delSection modSection">
      <pc:chgData name="Neha Agnihotri" userId="b813ebc2429bb0c8" providerId="LiveId" clId="{3A377C96-71C2-42AE-AFAC-AA1BBD43B753}" dt="2025-05-26T17:48:38.288" v="1463" actId="20577"/>
      <pc:docMkLst>
        <pc:docMk/>
      </pc:docMkLst>
      <pc:sldChg chg="addSp modSp mod">
        <pc:chgData name="Neha Agnihotri" userId="b813ebc2429bb0c8" providerId="LiveId" clId="{3A377C96-71C2-42AE-AFAC-AA1BBD43B753}" dt="2025-05-26T17:47:15.890" v="1404"/>
        <pc:sldMkLst>
          <pc:docMk/>
          <pc:sldMk cId="3111549375" sldId="256"/>
        </pc:sldMkLst>
        <pc:spChg chg="mod">
          <ac:chgData name="Neha Agnihotri" userId="b813ebc2429bb0c8" providerId="LiveId" clId="{3A377C96-71C2-42AE-AFAC-AA1BBD43B753}" dt="2025-05-26T16:18:54.620" v="273" actId="20577"/>
          <ac:spMkLst>
            <pc:docMk/>
            <pc:sldMk cId="3111549375" sldId="256"/>
            <ac:spMk id="6" creationId="{7C94F61A-46C1-B831-7EC4-687DF1C757C5}"/>
          </ac:spMkLst>
        </pc:spChg>
        <pc:spChg chg="mod">
          <ac:chgData name="Neha Agnihotri" userId="b813ebc2429bb0c8" providerId="LiveId" clId="{3A377C96-71C2-42AE-AFAC-AA1BBD43B753}" dt="2025-05-26T16:18:45.346" v="258"/>
          <ac:spMkLst>
            <pc:docMk/>
            <pc:sldMk cId="3111549375" sldId="256"/>
            <ac:spMk id="7" creationId="{0814B6A3-5F3E-4909-8ED5-87FE82492264}"/>
          </ac:spMkLst>
        </pc:spChg>
        <pc:picChg chg="add mod">
          <ac:chgData name="Neha Agnihotri" userId="b813ebc2429bb0c8" providerId="LiveId" clId="{3A377C96-71C2-42AE-AFAC-AA1BBD43B753}" dt="2025-05-26T17:47:15.890" v="1404"/>
          <ac:picMkLst>
            <pc:docMk/>
            <pc:sldMk cId="3111549375" sldId="256"/>
            <ac:picMk id="2" creationId="{7999D32F-A54D-D55D-A794-4D18AFF61AA0}"/>
          </ac:picMkLst>
        </pc:picChg>
      </pc:sldChg>
      <pc:sldChg chg="addSp modSp mod">
        <pc:chgData name="Neha Agnihotri" userId="b813ebc2429bb0c8" providerId="LiveId" clId="{3A377C96-71C2-42AE-AFAC-AA1BBD43B753}" dt="2025-05-26T17:47:07.069" v="1400"/>
        <pc:sldMkLst>
          <pc:docMk/>
          <pc:sldMk cId="3318299500" sldId="266"/>
        </pc:sldMkLst>
        <pc:spChg chg="mod">
          <ac:chgData name="Neha Agnihotri" userId="b813ebc2429bb0c8" providerId="LiveId" clId="{3A377C96-71C2-42AE-AFAC-AA1BBD43B753}" dt="2025-05-26T14:50:55.142" v="201" actId="14100"/>
          <ac:spMkLst>
            <pc:docMk/>
            <pc:sldMk cId="3318299500" sldId="266"/>
            <ac:spMk id="4" creationId="{FFDE6B89-9484-4E50-8387-C55E031D8549}"/>
          </ac:spMkLst>
        </pc:spChg>
        <pc:spChg chg="mod">
          <ac:chgData name="Neha Agnihotri" userId="b813ebc2429bb0c8" providerId="LiveId" clId="{3A377C96-71C2-42AE-AFAC-AA1BBD43B753}" dt="2025-05-26T17:16:30.748" v="1327" actId="14100"/>
          <ac:spMkLst>
            <pc:docMk/>
            <pc:sldMk cId="3318299500" sldId="266"/>
            <ac:spMk id="5" creationId="{30EB58E2-A9A0-481A-8B5B-381B836CE40B}"/>
          </ac:spMkLst>
        </pc:spChg>
        <pc:picChg chg="add mod">
          <ac:chgData name="Neha Agnihotri" userId="b813ebc2429bb0c8" providerId="LiveId" clId="{3A377C96-71C2-42AE-AFAC-AA1BBD43B753}" dt="2025-05-26T17:47:07.069" v="1400"/>
          <ac:picMkLst>
            <pc:docMk/>
            <pc:sldMk cId="3318299500" sldId="266"/>
            <ac:picMk id="2" creationId="{67C427B9-3DB1-C24D-C444-741BAB5FA05C}"/>
          </ac:picMkLst>
        </pc:picChg>
      </pc:sldChg>
      <pc:sldChg chg="addSp modSp mod">
        <pc:chgData name="Neha Agnihotri" userId="b813ebc2429bb0c8" providerId="LiveId" clId="{3A377C96-71C2-42AE-AFAC-AA1BBD43B753}" dt="2025-05-26T17:47:11.109" v="1402"/>
        <pc:sldMkLst>
          <pc:docMk/>
          <pc:sldMk cId="2779792646" sldId="271"/>
        </pc:sldMkLst>
        <pc:spChg chg="mod">
          <ac:chgData name="Neha Agnihotri" userId="b813ebc2429bb0c8" providerId="LiveId" clId="{3A377C96-71C2-42AE-AFAC-AA1BBD43B753}" dt="2025-05-26T17:18:44.381" v="1329" actId="113"/>
          <ac:spMkLst>
            <pc:docMk/>
            <pc:sldMk cId="2779792646" sldId="271"/>
            <ac:spMk id="14" creationId="{331CEB84-49DC-40A9-B2F0-D573658AE999}"/>
          </ac:spMkLst>
        </pc:spChg>
        <pc:spChg chg="mod">
          <ac:chgData name="Neha Agnihotri" userId="b813ebc2429bb0c8" providerId="LiveId" clId="{3A377C96-71C2-42AE-AFAC-AA1BBD43B753}" dt="2025-05-26T17:18:55.506" v="1331" actId="12"/>
          <ac:spMkLst>
            <pc:docMk/>
            <pc:sldMk cId="2779792646" sldId="271"/>
            <ac:spMk id="15" creationId="{B7886DF7-FA3D-4AD1-AEC1-578EA3AC8C7D}"/>
          </ac:spMkLst>
        </pc:spChg>
        <pc:picChg chg="add mod">
          <ac:chgData name="Neha Agnihotri" userId="b813ebc2429bb0c8" providerId="LiveId" clId="{3A377C96-71C2-42AE-AFAC-AA1BBD43B753}" dt="2025-05-26T17:47:11.109" v="1402"/>
          <ac:picMkLst>
            <pc:docMk/>
            <pc:sldMk cId="2779792646" sldId="271"/>
            <ac:picMk id="2" creationId="{466B1A3A-560D-D4BB-5CD0-2DA500739123}"/>
          </ac:picMkLst>
        </pc:picChg>
      </pc:sldChg>
      <pc:sldChg chg="addSp delSp modSp mod">
        <pc:chgData name="Neha Agnihotri" userId="b813ebc2429bb0c8" providerId="LiveId" clId="{3A377C96-71C2-42AE-AFAC-AA1BBD43B753}" dt="2025-05-26T17:47:32.895" v="1412"/>
        <pc:sldMkLst>
          <pc:docMk/>
          <pc:sldMk cId="798203993" sldId="295"/>
        </pc:sldMkLst>
        <pc:spChg chg="add del mod">
          <ac:chgData name="Neha Agnihotri" userId="b813ebc2429bb0c8" providerId="LiveId" clId="{3A377C96-71C2-42AE-AFAC-AA1BBD43B753}" dt="2025-05-26T17:36:25.882" v="1396" actId="478"/>
          <ac:spMkLst>
            <pc:docMk/>
            <pc:sldMk cId="798203993" sldId="295"/>
            <ac:spMk id="3" creationId="{C7305473-7EE0-C8FD-A752-60114F8D49CD}"/>
          </ac:spMkLst>
        </pc:spChg>
        <pc:spChg chg="del mod">
          <ac:chgData name="Neha Agnihotri" userId="b813ebc2429bb0c8" providerId="LiveId" clId="{3A377C96-71C2-42AE-AFAC-AA1BBD43B753}" dt="2025-05-26T17:36:22.773" v="1395" actId="478"/>
          <ac:spMkLst>
            <pc:docMk/>
            <pc:sldMk cId="798203993" sldId="295"/>
            <ac:spMk id="5" creationId="{5755816F-F516-477A-8EF2-D8CA20267590}"/>
          </ac:spMkLst>
        </pc:spChg>
        <pc:picChg chg="add mod">
          <ac:chgData name="Neha Agnihotri" userId="b813ebc2429bb0c8" providerId="LiveId" clId="{3A377C96-71C2-42AE-AFAC-AA1BBD43B753}" dt="2025-05-26T17:47:32.895" v="1412"/>
          <ac:picMkLst>
            <pc:docMk/>
            <pc:sldMk cId="798203993" sldId="295"/>
            <ac:picMk id="2" creationId="{76BBB147-E92E-87A1-5EF5-6BFE6439DE45}"/>
          </ac:picMkLst>
        </pc:picChg>
      </pc:sldChg>
      <pc:sldChg chg="addSp delSp modSp mod">
        <pc:chgData name="Neha Agnihotri" userId="b813ebc2429bb0c8" providerId="LiveId" clId="{3A377C96-71C2-42AE-AFAC-AA1BBD43B753}" dt="2025-05-26T17:47:30.592" v="1411"/>
        <pc:sldMkLst>
          <pc:docMk/>
          <pc:sldMk cId="3345023337" sldId="300"/>
        </pc:sldMkLst>
        <pc:spChg chg="add del mod">
          <ac:chgData name="Neha Agnihotri" userId="b813ebc2429bb0c8" providerId="LiveId" clId="{3A377C96-71C2-42AE-AFAC-AA1BBD43B753}" dt="2025-05-26T16:42:20.620" v="836" actId="478"/>
          <ac:spMkLst>
            <pc:docMk/>
            <pc:sldMk cId="3345023337" sldId="300"/>
            <ac:spMk id="3" creationId="{D966E3B0-7948-8BC9-AD9B-279D11627A89}"/>
          </ac:spMkLst>
        </pc:spChg>
        <pc:spChg chg="add mod">
          <ac:chgData name="Neha Agnihotri" userId="b813ebc2429bb0c8" providerId="LiveId" clId="{3A377C96-71C2-42AE-AFAC-AA1BBD43B753}" dt="2025-05-26T16:43:16.978" v="874" actId="14100"/>
          <ac:spMkLst>
            <pc:docMk/>
            <pc:sldMk cId="3345023337" sldId="300"/>
            <ac:spMk id="4" creationId="{FDD1EA42-9BDE-E916-061B-565B36506E39}"/>
          </ac:spMkLst>
        </pc:spChg>
        <pc:spChg chg="add mod">
          <ac:chgData name="Neha Agnihotri" userId="b813ebc2429bb0c8" providerId="LiveId" clId="{3A377C96-71C2-42AE-AFAC-AA1BBD43B753}" dt="2025-05-26T16:42:52.243" v="870" actId="20577"/>
          <ac:spMkLst>
            <pc:docMk/>
            <pc:sldMk cId="3345023337" sldId="300"/>
            <ac:spMk id="5" creationId="{A67EB016-89E5-C0F1-71AB-F9332851A3B5}"/>
          </ac:spMkLst>
        </pc:spChg>
        <pc:spChg chg="mod">
          <ac:chgData name="Neha Agnihotri" userId="b813ebc2429bb0c8" providerId="LiveId" clId="{3A377C96-71C2-42AE-AFAC-AA1BBD43B753}" dt="2025-05-26T16:42:43.893" v="868" actId="20577"/>
          <ac:spMkLst>
            <pc:docMk/>
            <pc:sldMk cId="3345023337" sldId="300"/>
            <ac:spMk id="6" creationId="{AFE67981-079D-4463-B997-67E6CA039B58}"/>
          </ac:spMkLst>
        </pc:spChg>
        <pc:spChg chg="add del mod">
          <ac:chgData name="Neha Agnihotri" userId="b813ebc2429bb0c8" providerId="LiveId" clId="{3A377C96-71C2-42AE-AFAC-AA1BBD43B753}" dt="2025-05-26T16:43:27.112" v="877" actId="478"/>
          <ac:spMkLst>
            <pc:docMk/>
            <pc:sldMk cId="3345023337" sldId="300"/>
            <ac:spMk id="7" creationId="{C20A6942-DDD6-ED93-F1D3-242CC0BB4019}"/>
          </ac:spMkLst>
        </pc:spChg>
        <pc:spChg chg="add mod">
          <ac:chgData name="Neha Agnihotri" userId="b813ebc2429bb0c8" providerId="LiveId" clId="{3A377C96-71C2-42AE-AFAC-AA1BBD43B753}" dt="2025-05-26T17:27:37.247" v="1392" actId="12"/>
          <ac:spMkLst>
            <pc:docMk/>
            <pc:sldMk cId="3345023337" sldId="300"/>
            <ac:spMk id="8" creationId="{5268490F-8AD9-1A42-F0C5-C2F86E1A4A42}"/>
          </ac:spMkLst>
        </pc:spChg>
        <pc:spChg chg="add del mod">
          <ac:chgData name="Neha Agnihotri" userId="b813ebc2429bb0c8" providerId="LiveId" clId="{3A377C96-71C2-42AE-AFAC-AA1BBD43B753}" dt="2025-05-26T16:47:45.914" v="1185" actId="478"/>
          <ac:spMkLst>
            <pc:docMk/>
            <pc:sldMk cId="3345023337" sldId="300"/>
            <ac:spMk id="9" creationId="{47E8CF2F-7768-8F5E-E491-6AF45275299F}"/>
          </ac:spMkLst>
        </pc:spChg>
        <pc:graphicFrameChg chg="del">
          <ac:chgData name="Neha Agnihotri" userId="b813ebc2429bb0c8" providerId="LiveId" clId="{3A377C96-71C2-42AE-AFAC-AA1BBD43B753}" dt="2025-05-26T16:42:16.499" v="835" actId="478"/>
          <ac:graphicFrameMkLst>
            <pc:docMk/>
            <pc:sldMk cId="3345023337" sldId="300"/>
            <ac:graphicFrameMk id="19" creationId="{AEFEE5B3-A51E-DC59-9595-7A6911D82E62}"/>
          </ac:graphicFrameMkLst>
        </pc:graphicFrameChg>
        <pc:picChg chg="add mod">
          <ac:chgData name="Neha Agnihotri" userId="b813ebc2429bb0c8" providerId="LiveId" clId="{3A377C96-71C2-42AE-AFAC-AA1BBD43B753}" dt="2025-05-26T17:47:30.592" v="1411"/>
          <ac:picMkLst>
            <pc:docMk/>
            <pc:sldMk cId="3345023337" sldId="300"/>
            <ac:picMk id="2" creationId="{A7409DA4-9B7B-8656-4912-E5FA6C566555}"/>
          </ac:picMkLst>
        </pc:picChg>
      </pc:sldChg>
      <pc:sldChg chg="addSp delSp modSp mod">
        <pc:chgData name="Neha Agnihotri" userId="b813ebc2429bb0c8" providerId="LiveId" clId="{3A377C96-71C2-42AE-AFAC-AA1BBD43B753}" dt="2025-05-26T17:47:19.758" v="1406"/>
        <pc:sldMkLst>
          <pc:docMk/>
          <pc:sldMk cId="2225637236" sldId="305"/>
        </pc:sldMkLst>
        <pc:spChg chg="mod">
          <ac:chgData name="Neha Agnihotri" userId="b813ebc2429bb0c8" providerId="LiveId" clId="{3A377C96-71C2-42AE-AFAC-AA1BBD43B753}" dt="2025-05-26T16:20:40.556" v="320" actId="20577"/>
          <ac:spMkLst>
            <pc:docMk/>
            <pc:sldMk cId="2225637236" sldId="305"/>
            <ac:spMk id="2" creationId="{E2D30E0F-10C6-298A-C347-E831FFF4ECB8}"/>
          </ac:spMkLst>
        </pc:spChg>
        <pc:spChg chg="mod">
          <ac:chgData name="Neha Agnihotri" userId="b813ebc2429bb0c8" providerId="LiveId" clId="{3A377C96-71C2-42AE-AFAC-AA1BBD43B753}" dt="2025-05-26T17:19:29.276" v="1334" actId="115"/>
          <ac:spMkLst>
            <pc:docMk/>
            <pc:sldMk cId="2225637236" sldId="305"/>
            <ac:spMk id="3" creationId="{41191CC7-9CF2-71F0-1AD4-791EA9CBAD97}"/>
          </ac:spMkLst>
        </pc:spChg>
        <pc:spChg chg="del mod">
          <ac:chgData name="Neha Agnihotri" userId="b813ebc2429bb0c8" providerId="LiveId" clId="{3A377C96-71C2-42AE-AFAC-AA1BBD43B753}" dt="2025-05-26T16:20:51.397" v="324" actId="478"/>
          <ac:spMkLst>
            <pc:docMk/>
            <pc:sldMk cId="2225637236" sldId="305"/>
            <ac:spMk id="4" creationId="{4B1BF1AC-C624-2AD2-DA0F-335AB7BA2CA8}"/>
          </ac:spMkLst>
        </pc:spChg>
        <pc:picChg chg="add mod">
          <ac:chgData name="Neha Agnihotri" userId="b813ebc2429bb0c8" providerId="LiveId" clId="{3A377C96-71C2-42AE-AFAC-AA1BBD43B753}" dt="2025-05-26T17:47:19.758" v="1406"/>
          <ac:picMkLst>
            <pc:docMk/>
            <pc:sldMk cId="2225637236" sldId="305"/>
            <ac:picMk id="4" creationId="{0A6E10C4-03B0-2B25-7A44-7792C044A62E}"/>
          </ac:picMkLst>
        </pc:picChg>
      </pc:sldChg>
      <pc:sldChg chg="addSp modSp mod">
        <pc:chgData name="Neha Agnihotri" userId="b813ebc2429bb0c8" providerId="LiveId" clId="{3A377C96-71C2-42AE-AFAC-AA1BBD43B753}" dt="2025-05-26T17:47:13.196" v="1403"/>
        <pc:sldMkLst>
          <pc:docMk/>
          <pc:sldMk cId="1170108823" sldId="309"/>
        </pc:sldMkLst>
        <pc:spChg chg="mod">
          <ac:chgData name="Neha Agnihotri" userId="b813ebc2429bb0c8" providerId="LiveId" clId="{3A377C96-71C2-42AE-AFAC-AA1BBD43B753}" dt="2025-05-26T14:55:06.910" v="256" actId="20577"/>
          <ac:spMkLst>
            <pc:docMk/>
            <pc:sldMk cId="1170108823" sldId="309"/>
            <ac:spMk id="2" creationId="{7FAB65A9-1ACB-EE49-7672-A927F8F3463B}"/>
          </ac:spMkLst>
        </pc:spChg>
        <pc:spChg chg="mod">
          <ac:chgData name="Neha Agnihotri" userId="b813ebc2429bb0c8" providerId="LiveId" clId="{3A377C96-71C2-42AE-AFAC-AA1BBD43B753}" dt="2025-05-26T17:19:06.368" v="1332" actId="12"/>
          <ac:spMkLst>
            <pc:docMk/>
            <pc:sldMk cId="1170108823" sldId="309"/>
            <ac:spMk id="6" creationId="{2BBAABBD-8A7F-A90C-3E5F-9B47E6255AA6}"/>
          </ac:spMkLst>
        </pc:spChg>
        <pc:picChg chg="add mod">
          <ac:chgData name="Neha Agnihotri" userId="b813ebc2429bb0c8" providerId="LiveId" clId="{3A377C96-71C2-42AE-AFAC-AA1BBD43B753}" dt="2025-05-26T17:47:13.196" v="1403"/>
          <ac:picMkLst>
            <pc:docMk/>
            <pc:sldMk cId="1170108823" sldId="309"/>
            <ac:picMk id="3" creationId="{D9C1DD41-A00F-9585-D5FD-BAAF07CF25B3}"/>
          </ac:picMkLst>
        </pc:picChg>
      </pc:sldChg>
      <pc:sldChg chg="addSp delSp modSp mod modClrScheme chgLayout">
        <pc:chgData name="Neha Agnihotri" userId="b813ebc2429bb0c8" providerId="LiveId" clId="{3A377C96-71C2-42AE-AFAC-AA1BBD43B753}" dt="2025-05-26T17:47:22.304" v="1407"/>
        <pc:sldMkLst>
          <pc:docMk/>
          <pc:sldMk cId="4065057152" sldId="310"/>
        </pc:sldMkLst>
        <pc:spChg chg="mod ord">
          <ac:chgData name="Neha Agnihotri" userId="b813ebc2429bb0c8" providerId="LiveId" clId="{3A377C96-71C2-42AE-AFAC-AA1BBD43B753}" dt="2025-05-26T17:08:44.903" v="1194" actId="20577"/>
          <ac:spMkLst>
            <pc:docMk/>
            <pc:sldMk cId="4065057152" sldId="310"/>
            <ac:spMk id="2" creationId="{6A0D2769-08DE-E62F-163A-27A5442A9FFA}"/>
          </ac:spMkLst>
        </pc:spChg>
        <pc:spChg chg="mod ord">
          <ac:chgData name="Neha Agnihotri" userId="b813ebc2429bb0c8" providerId="LiveId" clId="{3A377C96-71C2-42AE-AFAC-AA1BBD43B753}" dt="2025-05-26T17:19:38.045" v="1336" actId="27636"/>
          <ac:spMkLst>
            <pc:docMk/>
            <pc:sldMk cId="4065057152" sldId="310"/>
            <ac:spMk id="3" creationId="{3EAD3192-D337-8C2E-FAAC-9B46B5DFBD21}"/>
          </ac:spMkLst>
        </pc:spChg>
        <pc:spChg chg="add del mod ord">
          <ac:chgData name="Neha Agnihotri" userId="b813ebc2429bb0c8" providerId="LiveId" clId="{3A377C96-71C2-42AE-AFAC-AA1BBD43B753}" dt="2025-05-26T16:39:16.438" v="763" actId="700"/>
          <ac:spMkLst>
            <pc:docMk/>
            <pc:sldMk cId="4065057152" sldId="310"/>
            <ac:spMk id="4" creationId="{4359596E-0609-73D5-0011-8CF7C3931805}"/>
          </ac:spMkLst>
        </pc:spChg>
        <pc:picChg chg="add mod">
          <ac:chgData name="Neha Agnihotri" userId="b813ebc2429bb0c8" providerId="LiveId" clId="{3A377C96-71C2-42AE-AFAC-AA1BBD43B753}" dt="2025-05-26T17:47:22.304" v="1407"/>
          <ac:picMkLst>
            <pc:docMk/>
            <pc:sldMk cId="4065057152" sldId="310"/>
            <ac:picMk id="4" creationId="{54C5AE2A-0CB2-21A0-DFA7-790E282D96AD}"/>
          </ac:picMkLst>
        </pc:picChg>
      </pc:sldChg>
      <pc:sldChg chg="addSp delSp modSp mod">
        <pc:chgData name="Neha Agnihotri" userId="b813ebc2429bb0c8" providerId="LiveId" clId="{3A377C96-71C2-42AE-AFAC-AA1BBD43B753}" dt="2025-05-26T17:47:17.762" v="1405"/>
        <pc:sldMkLst>
          <pc:docMk/>
          <pc:sldMk cId="1230700268" sldId="312"/>
        </pc:sldMkLst>
        <pc:spChg chg="mod">
          <ac:chgData name="Neha Agnihotri" userId="b813ebc2429bb0c8" providerId="LiveId" clId="{3A377C96-71C2-42AE-AFAC-AA1BBD43B753}" dt="2025-05-26T16:20:04.271" v="299" actId="5793"/>
          <ac:spMkLst>
            <pc:docMk/>
            <pc:sldMk cId="1230700268" sldId="312"/>
            <ac:spMk id="2" creationId="{E2D30E0F-10C6-298A-C347-E831FFF4ECB8}"/>
          </ac:spMkLst>
        </pc:spChg>
        <pc:spChg chg="del mod">
          <ac:chgData name="Neha Agnihotri" userId="b813ebc2429bb0c8" providerId="LiveId" clId="{3A377C96-71C2-42AE-AFAC-AA1BBD43B753}" dt="2025-05-26T16:19:05.792" v="275" actId="478"/>
          <ac:spMkLst>
            <pc:docMk/>
            <pc:sldMk cId="1230700268" sldId="312"/>
            <ac:spMk id="3" creationId="{41191CC7-9CF2-71F0-1AD4-791EA9CBAD97}"/>
          </ac:spMkLst>
        </pc:spChg>
        <pc:spChg chg="mod">
          <ac:chgData name="Neha Agnihotri" userId="b813ebc2429bb0c8" providerId="LiveId" clId="{3A377C96-71C2-42AE-AFAC-AA1BBD43B753}" dt="2025-05-26T16:19:40.482" v="281" actId="27636"/>
          <ac:spMkLst>
            <pc:docMk/>
            <pc:sldMk cId="1230700268" sldId="312"/>
            <ac:spMk id="4" creationId="{4B1BF1AC-C624-2AD2-DA0F-335AB7BA2CA8}"/>
          </ac:spMkLst>
        </pc:spChg>
        <pc:spChg chg="add del mod">
          <ac:chgData name="Neha Agnihotri" userId="b813ebc2429bb0c8" providerId="LiveId" clId="{3A377C96-71C2-42AE-AFAC-AA1BBD43B753}" dt="2025-05-26T16:19:49.299" v="284" actId="478"/>
          <ac:spMkLst>
            <pc:docMk/>
            <pc:sldMk cId="1230700268" sldId="312"/>
            <ac:spMk id="6" creationId="{CFB145FB-7E6D-C759-D048-F202E3774AE1}"/>
          </ac:spMkLst>
        </pc:spChg>
        <pc:picChg chg="add mod">
          <ac:chgData name="Neha Agnihotri" userId="b813ebc2429bb0c8" providerId="LiveId" clId="{3A377C96-71C2-42AE-AFAC-AA1BBD43B753}" dt="2025-05-26T17:47:17.762" v="1405"/>
          <ac:picMkLst>
            <pc:docMk/>
            <pc:sldMk cId="1230700268" sldId="312"/>
            <ac:picMk id="3" creationId="{C106E8F3-B577-F65B-00CF-371E405D30F2}"/>
          </ac:picMkLst>
        </pc:picChg>
      </pc:sldChg>
      <pc:sldChg chg="addSp delSp modSp mod">
        <pc:chgData name="Neha Agnihotri" userId="b813ebc2429bb0c8" providerId="LiveId" clId="{3A377C96-71C2-42AE-AFAC-AA1BBD43B753}" dt="2025-05-26T17:47:28.807" v="1410"/>
        <pc:sldMkLst>
          <pc:docMk/>
          <pc:sldMk cId="4153247059" sldId="313"/>
        </pc:sldMkLst>
        <pc:spChg chg="mod">
          <ac:chgData name="Neha Agnihotri" userId="b813ebc2429bb0c8" providerId="LiveId" clId="{3A377C96-71C2-42AE-AFAC-AA1BBD43B753}" dt="2025-05-26T16:34:45" v="471" actId="20577"/>
          <ac:spMkLst>
            <pc:docMk/>
            <pc:sldMk cId="4153247059" sldId="313"/>
            <ac:spMk id="2" creationId="{E2D30E0F-10C6-298A-C347-E831FFF4ECB8}"/>
          </ac:spMkLst>
        </pc:spChg>
        <pc:spChg chg="add del mod">
          <ac:chgData name="Neha Agnihotri" userId="b813ebc2429bb0c8" providerId="LiveId" clId="{3A377C96-71C2-42AE-AFAC-AA1BBD43B753}" dt="2025-05-26T16:34:32.328" v="469" actId="478"/>
          <ac:spMkLst>
            <pc:docMk/>
            <pc:sldMk cId="4153247059" sldId="313"/>
            <ac:spMk id="3" creationId="{41191CC7-9CF2-71F0-1AD4-791EA9CBAD97}"/>
          </ac:spMkLst>
        </pc:spChg>
        <pc:spChg chg="add del mod">
          <ac:chgData name="Neha Agnihotri" userId="b813ebc2429bb0c8" providerId="LiveId" clId="{3A377C96-71C2-42AE-AFAC-AA1BBD43B753}" dt="2025-05-26T16:34:59.527" v="477" actId="478"/>
          <ac:spMkLst>
            <pc:docMk/>
            <pc:sldMk cId="4153247059" sldId="313"/>
            <ac:spMk id="4" creationId="{59432D8E-A991-B3AF-0D5F-1F80B49E3AD5}"/>
          </ac:spMkLst>
        </pc:spChg>
        <pc:spChg chg="add del mod">
          <ac:chgData name="Neha Agnihotri" userId="b813ebc2429bb0c8" providerId="LiveId" clId="{3A377C96-71C2-42AE-AFAC-AA1BBD43B753}" dt="2025-05-26T16:35:59.764" v="482" actId="478"/>
          <ac:spMkLst>
            <pc:docMk/>
            <pc:sldMk cId="4153247059" sldId="313"/>
            <ac:spMk id="5" creationId="{D80B158E-5EBE-41F1-23F1-F9F20FD94D6A}"/>
          </ac:spMkLst>
        </pc:spChg>
        <pc:spChg chg="mod">
          <ac:chgData name="Neha Agnihotri" userId="b813ebc2429bb0c8" providerId="LiveId" clId="{3A377C96-71C2-42AE-AFAC-AA1BBD43B753}" dt="2025-05-26T17:23:49.934" v="1386" actId="255"/>
          <ac:spMkLst>
            <pc:docMk/>
            <pc:sldMk cId="4153247059" sldId="313"/>
            <ac:spMk id="7" creationId="{7078F1DC-7EF8-5514-E97B-D47663F284D3}"/>
          </ac:spMkLst>
        </pc:spChg>
        <pc:picChg chg="add mod">
          <ac:chgData name="Neha Agnihotri" userId="b813ebc2429bb0c8" providerId="LiveId" clId="{3A377C96-71C2-42AE-AFAC-AA1BBD43B753}" dt="2025-05-26T17:47:28.807" v="1410"/>
          <ac:picMkLst>
            <pc:docMk/>
            <pc:sldMk cId="4153247059" sldId="313"/>
            <ac:picMk id="3" creationId="{FD4A0E4A-F6CE-3914-A7A5-0F27CD9E5BAE}"/>
          </ac:picMkLst>
        </pc:picChg>
      </pc:sldChg>
      <pc:sldChg chg="addSp modSp mod">
        <pc:chgData name="Neha Agnihotri" userId="b813ebc2429bb0c8" providerId="LiveId" clId="{3A377C96-71C2-42AE-AFAC-AA1BBD43B753}" dt="2025-05-26T17:47:09.137" v="1401"/>
        <pc:sldMkLst>
          <pc:docMk/>
          <pc:sldMk cId="2916022834" sldId="314"/>
        </pc:sldMkLst>
        <pc:spChg chg="mod">
          <ac:chgData name="Neha Agnihotri" userId="b813ebc2429bb0c8" providerId="LiveId" clId="{3A377C96-71C2-42AE-AFAC-AA1BBD43B753}" dt="2025-05-26T14:51:20.202" v="216" actId="20577"/>
          <ac:spMkLst>
            <pc:docMk/>
            <pc:sldMk cId="2916022834" sldId="314"/>
            <ac:spMk id="7" creationId="{0814B6A3-5F3E-4909-8ED5-87FE82492264}"/>
          </ac:spMkLst>
        </pc:spChg>
        <pc:picChg chg="add mod">
          <ac:chgData name="Neha Agnihotri" userId="b813ebc2429bb0c8" providerId="LiveId" clId="{3A377C96-71C2-42AE-AFAC-AA1BBD43B753}" dt="2025-05-26T17:47:09.137" v="1401"/>
          <ac:picMkLst>
            <pc:docMk/>
            <pc:sldMk cId="2916022834" sldId="314"/>
            <ac:picMk id="2" creationId="{2C9ABB98-48AF-D8EB-6A56-D738EF270516}"/>
          </ac:picMkLst>
        </pc:picChg>
      </pc:sldChg>
      <pc:sldChg chg="addSp modSp mod">
        <pc:chgData name="Neha Agnihotri" userId="b813ebc2429bb0c8" providerId="LiveId" clId="{3A377C96-71C2-42AE-AFAC-AA1BBD43B753}" dt="2025-05-26T17:48:38.288" v="1463" actId="20577"/>
        <pc:sldMkLst>
          <pc:docMk/>
          <pc:sldMk cId="2323907241" sldId="315"/>
        </pc:sldMkLst>
        <pc:spChg chg="mod">
          <ac:chgData name="Neha Agnihotri" userId="b813ebc2429bb0c8" providerId="LiveId" clId="{3A377C96-71C2-42AE-AFAC-AA1BBD43B753}" dt="2025-05-26T17:48:38.288" v="1463" actId="20577"/>
          <ac:spMkLst>
            <pc:docMk/>
            <pc:sldMk cId="2323907241" sldId="315"/>
            <ac:spMk id="7" creationId="{0814B6A3-5F3E-4909-8ED5-87FE82492264}"/>
          </ac:spMkLst>
        </pc:spChg>
        <pc:picChg chg="add mod">
          <ac:chgData name="Neha Agnihotri" userId="b813ebc2429bb0c8" providerId="LiveId" clId="{3A377C96-71C2-42AE-AFAC-AA1BBD43B753}" dt="2025-05-26T17:47:02.928" v="1399" actId="1076"/>
          <ac:picMkLst>
            <pc:docMk/>
            <pc:sldMk cId="2323907241" sldId="315"/>
            <ac:picMk id="3" creationId="{A7D82172-65D3-451F-FDB2-10DA36B8002F}"/>
          </ac:picMkLst>
        </pc:picChg>
      </pc:sldChg>
      <pc:sldChg chg="modSp del mod">
        <pc:chgData name="Neha Agnihotri" userId="b813ebc2429bb0c8" providerId="LiveId" clId="{3A377C96-71C2-42AE-AFAC-AA1BBD43B753}" dt="2025-05-26T16:27:48.381" v="381" actId="47"/>
        <pc:sldMkLst>
          <pc:docMk/>
          <pc:sldMk cId="2394014735" sldId="316"/>
        </pc:sldMkLst>
        <pc:graphicFrameChg chg="mod modGraphic">
          <ac:chgData name="Neha Agnihotri" userId="b813ebc2429bb0c8" providerId="LiveId" clId="{3A377C96-71C2-42AE-AFAC-AA1BBD43B753}" dt="2025-05-26T16:27:20.204" v="379" actId="14100"/>
          <ac:graphicFrameMkLst>
            <pc:docMk/>
            <pc:sldMk cId="2394014735" sldId="316"/>
            <ac:graphicFrameMk id="11" creationId="{453CE196-36B9-5361-5120-20DF8B3B5581}"/>
          </ac:graphicFrameMkLst>
        </pc:graphicFrameChg>
      </pc:sldChg>
      <pc:sldChg chg="addSp delSp modSp new mod">
        <pc:chgData name="Neha Agnihotri" userId="b813ebc2429bb0c8" providerId="LiveId" clId="{3A377C96-71C2-42AE-AFAC-AA1BBD43B753}" dt="2025-05-26T17:47:24.136" v="1408"/>
        <pc:sldMkLst>
          <pc:docMk/>
          <pc:sldMk cId="3231314034" sldId="316"/>
        </pc:sldMkLst>
        <pc:spChg chg="mod">
          <ac:chgData name="Neha Agnihotri" userId="b813ebc2429bb0c8" providerId="LiveId" clId="{3A377C96-71C2-42AE-AFAC-AA1BBD43B753}" dt="2025-05-26T16:40:51.189" v="808" actId="20577"/>
          <ac:spMkLst>
            <pc:docMk/>
            <pc:sldMk cId="3231314034" sldId="316"/>
            <ac:spMk id="2" creationId="{798A77F5-885F-90C9-0114-D5871EB95337}"/>
          </ac:spMkLst>
        </pc:spChg>
        <pc:spChg chg="del">
          <ac:chgData name="Neha Agnihotri" userId="b813ebc2429bb0c8" providerId="LiveId" clId="{3A377C96-71C2-42AE-AFAC-AA1BBD43B753}" dt="2025-05-26T16:40:01.720" v="769" actId="478"/>
          <ac:spMkLst>
            <pc:docMk/>
            <pc:sldMk cId="3231314034" sldId="316"/>
            <ac:spMk id="3" creationId="{F13C942D-D67E-2932-35BD-037EE938D91A}"/>
          </ac:spMkLst>
        </pc:spChg>
        <pc:spChg chg="add del mod">
          <ac:chgData name="Neha Agnihotri" userId="b813ebc2429bb0c8" providerId="LiveId" clId="{3A377C96-71C2-42AE-AFAC-AA1BBD43B753}" dt="2025-05-26T16:39:58.193" v="768" actId="478"/>
          <ac:spMkLst>
            <pc:docMk/>
            <pc:sldMk cId="3231314034" sldId="316"/>
            <ac:spMk id="4" creationId="{87610B13-F19D-667F-139C-2AF034C4AA3A}"/>
          </ac:spMkLst>
        </pc:spChg>
        <pc:spChg chg="add del mod">
          <ac:chgData name="Neha Agnihotri" userId="b813ebc2429bb0c8" providerId="LiveId" clId="{3A377C96-71C2-42AE-AFAC-AA1BBD43B753}" dt="2025-05-26T17:09:36.601" v="1198" actId="478"/>
          <ac:spMkLst>
            <pc:docMk/>
            <pc:sldMk cId="3231314034" sldId="316"/>
            <ac:spMk id="5" creationId="{6E76AAD2-876D-5D81-F22E-ACC4D8A03D2B}"/>
          </ac:spMkLst>
        </pc:spChg>
        <pc:spChg chg="add del mod">
          <ac:chgData name="Neha Agnihotri" userId="b813ebc2429bb0c8" providerId="LiveId" clId="{3A377C96-71C2-42AE-AFAC-AA1BBD43B753}" dt="2025-05-26T16:41:59.854" v="834" actId="478"/>
          <ac:spMkLst>
            <pc:docMk/>
            <pc:sldMk cId="3231314034" sldId="316"/>
            <ac:spMk id="6" creationId="{9E960A98-A787-C7B7-97C7-128FA5FA6BCB}"/>
          </ac:spMkLst>
        </pc:spChg>
        <pc:spChg chg="add del mod">
          <ac:chgData name="Neha Agnihotri" userId="b813ebc2429bb0c8" providerId="LiveId" clId="{3A377C96-71C2-42AE-AFAC-AA1BBD43B753}" dt="2025-05-26T17:09:19.760" v="1197" actId="478"/>
          <ac:spMkLst>
            <pc:docMk/>
            <pc:sldMk cId="3231314034" sldId="316"/>
            <ac:spMk id="7" creationId="{E85F394B-FCD9-1438-3616-47083FFEFD90}"/>
          </ac:spMkLst>
        </pc:spChg>
        <pc:spChg chg="add mod">
          <ac:chgData name="Neha Agnihotri" userId="b813ebc2429bb0c8" providerId="LiveId" clId="{3A377C96-71C2-42AE-AFAC-AA1BBD43B753}" dt="2025-05-26T17:21:07.322" v="1356" actId="115"/>
          <ac:spMkLst>
            <pc:docMk/>
            <pc:sldMk cId="3231314034" sldId="316"/>
            <ac:spMk id="8" creationId="{8CE82B9E-9CE4-4BF4-2535-9422D4A2E2E4}"/>
          </ac:spMkLst>
        </pc:spChg>
        <pc:spChg chg="add mod">
          <ac:chgData name="Neha Agnihotri" userId="b813ebc2429bb0c8" providerId="LiveId" clId="{3A377C96-71C2-42AE-AFAC-AA1BBD43B753}" dt="2025-05-26T17:09:46.474" v="1204" actId="27636"/>
          <ac:spMkLst>
            <pc:docMk/>
            <pc:sldMk cId="3231314034" sldId="316"/>
            <ac:spMk id="9" creationId="{A168F930-1710-6E02-CC76-855041B32DD7}"/>
          </ac:spMkLst>
        </pc:spChg>
        <pc:picChg chg="add mod">
          <ac:chgData name="Neha Agnihotri" userId="b813ebc2429bb0c8" providerId="LiveId" clId="{3A377C96-71C2-42AE-AFAC-AA1BBD43B753}" dt="2025-05-26T17:47:24.136" v="1408"/>
          <ac:picMkLst>
            <pc:docMk/>
            <pc:sldMk cId="3231314034" sldId="316"/>
            <ac:picMk id="3" creationId="{52231990-C544-5CBB-14D2-9D9807518D85}"/>
          </ac:picMkLst>
        </pc:picChg>
      </pc:sldChg>
      <pc:sldChg chg="addSp delSp modSp new mod">
        <pc:chgData name="Neha Agnihotri" userId="b813ebc2429bb0c8" providerId="LiveId" clId="{3A377C96-71C2-42AE-AFAC-AA1BBD43B753}" dt="2025-05-26T17:47:39.526" v="1421" actId="20577"/>
        <pc:sldMkLst>
          <pc:docMk/>
          <pc:sldMk cId="1872326835" sldId="317"/>
        </pc:sldMkLst>
        <pc:spChg chg="mod">
          <ac:chgData name="Neha Agnihotri" userId="b813ebc2429bb0c8" providerId="LiveId" clId="{3A377C96-71C2-42AE-AFAC-AA1BBD43B753}" dt="2025-05-26T17:47:39.526" v="1421" actId="20577"/>
          <ac:spMkLst>
            <pc:docMk/>
            <pc:sldMk cId="1872326835" sldId="317"/>
            <ac:spMk id="2" creationId="{290F7A00-0589-53E6-2A33-259C028C2A1B}"/>
          </ac:spMkLst>
        </pc:spChg>
        <pc:spChg chg="del">
          <ac:chgData name="Neha Agnihotri" userId="b813ebc2429bb0c8" providerId="LiveId" clId="{3A377C96-71C2-42AE-AFAC-AA1BBD43B753}" dt="2025-05-26T17:12:33.458" v="1230" actId="478"/>
          <ac:spMkLst>
            <pc:docMk/>
            <pc:sldMk cId="1872326835" sldId="317"/>
            <ac:spMk id="3" creationId="{2B5538A0-6213-74A6-E24B-0A657B2084DC}"/>
          </ac:spMkLst>
        </pc:spChg>
        <pc:spChg chg="add mod">
          <ac:chgData name="Neha Agnihotri" userId="b813ebc2429bb0c8" providerId="LiveId" clId="{3A377C96-71C2-42AE-AFAC-AA1BBD43B753}" dt="2025-05-26T17:21:35.280" v="1362" actId="115"/>
          <ac:spMkLst>
            <pc:docMk/>
            <pc:sldMk cId="1872326835" sldId="317"/>
            <ac:spMk id="4" creationId="{66FCEF40-81E3-277A-5F52-7344D8F5E68F}"/>
          </ac:spMkLst>
        </pc:spChg>
        <pc:picChg chg="add mod">
          <ac:chgData name="Neha Agnihotri" userId="b813ebc2429bb0c8" providerId="LiveId" clId="{3A377C96-71C2-42AE-AFAC-AA1BBD43B753}" dt="2025-05-26T17:47:25.929" v="1409"/>
          <ac:picMkLst>
            <pc:docMk/>
            <pc:sldMk cId="1872326835" sldId="317"/>
            <ac:picMk id="3" creationId="{E61FC632-C995-C64E-B8B5-4E969B1D770C}"/>
          </ac:picMkLst>
        </pc:picChg>
      </pc:sldChg>
      <pc:sldChg chg="addSp delSp modSp new del mod">
        <pc:chgData name="Neha Agnihotri" userId="b813ebc2429bb0c8" providerId="LiveId" clId="{3A377C96-71C2-42AE-AFAC-AA1BBD43B753}" dt="2025-05-26T16:38:27.121" v="757" actId="47"/>
        <pc:sldMkLst>
          <pc:docMk/>
          <pc:sldMk cId="2027135927" sldId="317"/>
        </pc:sldMkLst>
        <pc:spChg chg="mod">
          <ac:chgData name="Neha Agnihotri" userId="b813ebc2429bb0c8" providerId="LiveId" clId="{3A377C96-71C2-42AE-AFAC-AA1BBD43B753}" dt="2025-05-26T16:31:10.594" v="393"/>
          <ac:spMkLst>
            <pc:docMk/>
            <pc:sldMk cId="2027135927" sldId="317"/>
            <ac:spMk id="2" creationId="{1AD37853-37E3-E014-336A-5AB2D4B46299}"/>
          </ac:spMkLst>
        </pc:spChg>
        <pc:spChg chg="add del mod">
          <ac:chgData name="Neha Agnihotri" userId="b813ebc2429bb0c8" providerId="LiveId" clId="{3A377C96-71C2-42AE-AFAC-AA1BBD43B753}" dt="2025-05-26T16:38:24.726" v="756" actId="14100"/>
          <ac:spMkLst>
            <pc:docMk/>
            <pc:sldMk cId="2027135927" sldId="317"/>
            <ac:spMk id="3" creationId="{FED5B28C-C589-754A-91C8-EE16F89CE982}"/>
          </ac:spMkLst>
        </pc:spChg>
      </pc:sldChg>
      <pc:sldChg chg="addSp delSp modSp new del mod">
        <pc:chgData name="Neha Agnihotri" userId="b813ebc2429bb0c8" providerId="LiveId" clId="{3A377C96-71C2-42AE-AFAC-AA1BBD43B753}" dt="2025-05-26T16:34:06.724" v="460" actId="680"/>
        <pc:sldMkLst>
          <pc:docMk/>
          <pc:sldMk cId="584513226" sldId="318"/>
        </pc:sldMkLst>
        <pc:spChg chg="mod">
          <ac:chgData name="Neha Agnihotri" userId="b813ebc2429bb0c8" providerId="LiveId" clId="{3A377C96-71C2-42AE-AFAC-AA1BBD43B753}" dt="2025-05-26T16:34:04.009" v="456" actId="1076"/>
          <ac:spMkLst>
            <pc:docMk/>
            <pc:sldMk cId="584513226" sldId="318"/>
            <ac:spMk id="3" creationId="{4C54A1B9-A4A3-6AA2-9780-B351EC260E7F}"/>
          </ac:spMkLst>
        </pc:spChg>
        <pc:spChg chg="add del mod">
          <ac:chgData name="Neha Agnihotri" userId="b813ebc2429bb0c8" providerId="LiveId" clId="{3A377C96-71C2-42AE-AFAC-AA1BBD43B753}" dt="2025-05-26T16:34:05.081" v="459" actId="20577"/>
          <ac:spMkLst>
            <pc:docMk/>
            <pc:sldMk cId="584513226" sldId="318"/>
            <ac:spMk id="4" creationId="{EE3109FC-56E8-444E-53CA-6C5A9215F65C}"/>
          </ac:spMkLst>
        </pc:spChg>
      </pc:sldChg>
      <pc:sldMasterChg chg="delSldLayout">
        <pc:chgData name="Neha Agnihotri" userId="b813ebc2429bb0c8" providerId="LiveId" clId="{3A377C96-71C2-42AE-AFAC-AA1BBD43B753}" dt="2025-05-26T16:27:48.381" v="381" actId="47"/>
        <pc:sldMasterMkLst>
          <pc:docMk/>
          <pc:sldMasterMk cId="647548972" sldId="2147483686"/>
        </pc:sldMasterMkLst>
        <pc:sldLayoutChg chg="del">
          <pc:chgData name="Neha Agnihotri" userId="b813ebc2429bb0c8" providerId="LiveId" clId="{3A377C96-71C2-42AE-AFAC-AA1BBD43B753}" dt="2025-05-26T16:27:48.381" v="381" actId="47"/>
          <pc:sldLayoutMkLst>
            <pc:docMk/>
            <pc:sldMasterMk cId="647548972" sldId="2147483686"/>
            <pc:sldLayoutMk cId="2895831532" sldId="214748370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89D207-BE08-4B33-B5B0-5A5A94C951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E58DB9-49DC-495B-A68F-33D105C906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6337E-DAD5-442C-9B8F-E10EB7D97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3BDF2-02BD-4181-AC28-FD56172CC6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7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  <a:t>5/26/2025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84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51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9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83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6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74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55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32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03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912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66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69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6206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49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4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758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52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5/26/2025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4837D5C-EE88-BE2B-5940-6A8E20CAE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6331A-AE6C-3009-DDD4-1671FF7E0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D7D28B-DE67-0B99-CDEB-A037FFC56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9F3E3-6134-5423-F75E-B36E71A6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1F677F-A1EC-4CDA-E80E-4B3695465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1E2C06-C49E-A5AA-07A3-D134EFA3D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A39D8-E4F7-CD36-B80A-49D228C0F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F4721-4B2C-0638-8409-054F6738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894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225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408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319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365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2157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EA5BF-04A6-2B17-0703-8419C4DB97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>
            <a:extLst>
              <a:ext uri="{FF2B5EF4-FFF2-40B4-BE49-F238E27FC236}">
                <a16:creationId xmlns:a16="http://schemas.microsoft.com/office/drawing/2014/main" id="{182CF530-D736-4104-8678-850EEDF9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Date Placeholder 5">
            <a:extLst>
              <a:ext uri="{FF2B5EF4-FFF2-40B4-BE49-F238E27FC236}">
                <a16:creationId xmlns:a16="http://schemas.microsoft.com/office/drawing/2014/main" id="{8DEDB7CE-711E-4E43-9450-4C7BECE2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F5D9588C-9E6B-42F6-8B42-D1838862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D74E-6357-D3E7-30C0-09B4B82BA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4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825689"/>
            <a:ext cx="7685728" cy="37415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30" y="825687"/>
            <a:ext cx="5957384" cy="3741551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3601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D60E3C33-714C-4528-93A6-4470C3E89A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0836" y="-2"/>
            <a:ext cx="4481164" cy="6858002"/>
          </a:xfrm>
          <a:custGeom>
            <a:avLst/>
            <a:gdLst>
              <a:gd name="connsiteX0" fmla="*/ 0 w 5332064"/>
              <a:gd name="connsiteY0" fmla="*/ 0 h 6858002"/>
              <a:gd name="connsiteX1" fmla="*/ 5332064 w 5332064"/>
              <a:gd name="connsiteY1" fmla="*/ 0 h 6858002"/>
              <a:gd name="connsiteX2" fmla="*/ 5332064 w 5332064"/>
              <a:gd name="connsiteY2" fmla="*/ 6858002 h 6858002"/>
              <a:gd name="connsiteX3" fmla="*/ 0 w 5332064"/>
              <a:gd name="connsiteY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064" h="6858002">
                <a:moveTo>
                  <a:pt x="0" y="0"/>
                </a:moveTo>
                <a:lnTo>
                  <a:pt x="5332064" y="0"/>
                </a:lnTo>
                <a:lnTo>
                  <a:pt x="5332064" y="6858002"/>
                </a:lnTo>
                <a:lnTo>
                  <a:pt x="0" y="6858002"/>
                </a:ln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2498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43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7E77A60-3019-43AE-AA38-E130C04CF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BF0FB-88D2-4271-BFAF-D129CF8C2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0325" y="-4078"/>
            <a:ext cx="5787773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2B807B-6DFA-471C-B675-016416207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1031500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5D4C0-9882-489D-AD77-A9F38B378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1095508"/>
            <a:ext cx="5742273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EC5ED-FCAE-682A-C050-58786819E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3392424"/>
          </a:xfrm>
        </p:spPr>
        <p:txBody>
          <a:bodyPr anchor="b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15C8BDC7-F09C-40A3-B14E-9A49781EE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9828" y="4816366"/>
            <a:ext cx="5125300" cy="1068929"/>
          </a:xfrm>
        </p:spPr>
        <p:txBody>
          <a:bodyPr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</a:lstStyle>
          <a:p>
            <a:r>
              <a:rPr lang="en-US" sz="2000" dirty="0">
                <a:solidFill>
                  <a:schemeClr val="tx2"/>
                </a:solidFill>
              </a:rPr>
              <a:t>Click to add subtitle</a:t>
            </a:r>
          </a:p>
        </p:txBody>
      </p:sp>
      <p:sp>
        <p:nvSpPr>
          <p:cNvPr id="40" name="Picture Placeholder 38">
            <a:extLst>
              <a:ext uri="{FF2B5EF4-FFF2-40B4-BE49-F238E27FC236}">
                <a16:creationId xmlns:a16="http://schemas.microsoft.com/office/drawing/2014/main" id="{AB2070F4-085F-4F8D-A1E8-A58E5F8F06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99" y="1095509"/>
            <a:ext cx="6391656" cy="50168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7A5DB4-1ED7-4630-89AF-F1802E44E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44405"/>
            <a:ext cx="644667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E5D4012-4107-490F-A369-EA7063242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46677" y="6167615"/>
            <a:ext cx="5742273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C79E2-9EA5-4713-B4AF-0E4572CFF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12249"/>
            <a:ext cx="12190475" cy="641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4C09E2-06F0-4230-8DAD-A0DBF01F8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79494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42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C341663-7159-49AD-AAF3-4B3C490D8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F2EB12-394C-40E4-9186-CBD6635B5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77552" y="0"/>
            <a:ext cx="751444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3F9468C-8821-4670-9C7C-78E7D75861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1023" y="167463"/>
            <a:ext cx="6408058" cy="158089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78806-0532-B92A-4326-73941B4232E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0"/>
            <a:ext cx="4613275" cy="685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3D2425-8E71-4C9D-8737-018CE4452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21655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B24183-BE19-B810-4EF4-D9959CAD150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40405" y="1959427"/>
            <a:ext cx="6408665" cy="416165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00000"/>
              </a:lnSpc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Aft>
                <a:spcPts val="600"/>
              </a:spcAft>
              <a:defRPr sz="1800"/>
            </a:lvl4pPr>
            <a:lvl5pPr>
              <a:lnSpc>
                <a:spcPct val="100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15B6AB-EFBA-3087-EC3D-8DA945B7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0405" y="6309360"/>
            <a:ext cx="3982428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pPr algn="l"/>
            <a:r>
              <a:rPr lang="en-US" dirty="0"/>
              <a:t>Presentation Title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A3371A6-1409-7906-744F-59D906DF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8415" y="6309360"/>
            <a:ext cx="1215204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546652F-6212-09E9-1A75-28F7C8EE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418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8" y="1034477"/>
            <a:ext cx="9380431" cy="2614551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4ADB5-E70F-B672-CBEB-D8194AEA79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6177" y="3649028"/>
            <a:ext cx="9380431" cy="2164715"/>
          </a:xfrm>
        </p:spPr>
        <p:txBody>
          <a:bodyPr anchor="t"/>
          <a:lstStyle>
            <a:lvl1pPr marL="0" indent="0">
              <a:lnSpc>
                <a:spcPct val="125000"/>
              </a:lnSpc>
              <a:buNone/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2400" b="0" kern="1200" spc="1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2400" b="0" kern="1200" spc="15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35738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0FB3D5A-25E2-453F-A78E-0A20BDCE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796342-0E80-4F8E-9563-9F5EDFC0D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9B2F5D-C3BA-453E-8F4D-97074F48C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24838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52D50E3-A27A-4AF6-928B-286E7BDB4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2" y="4873752"/>
            <a:ext cx="10013709" cy="103327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78233C-CCEC-FC64-A709-616569B37D2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FEFA15-354D-6389-9102-922A664A73A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966630" y="502269"/>
            <a:ext cx="4753581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4FDF0-F4BE-433D-86EE-9E1832D43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4790620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FCD07-1301-45ED-B326-449ECFADE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5DA270-E83F-4CC8-9DA6-27CA3AEC0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7804587-2E59-4D83-B86E-83ADAE4FD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339F117-3072-4F0C-8D1D-E5DC918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06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2AD8E1-37CB-EB1E-9394-A293E1F2107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B37B294-6F01-986D-E8E5-119AE9A8F2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47BB165-F380-48C4-B95B-C09C918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0805E9B-6657-4167-BD79-CAC59C0D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EFA1AD-93FB-148E-CFC6-A6E5D996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16164776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F5F5DFA-1BC3-4062-9356-6145C9F7C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5D461-AEC0-477F-A77A-6227F95A8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016188" cy="10565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1A041D-DE47-45FA-AC78-CC7FD0257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614254-52EF-4F58-99B1-CDA7C39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8518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D3B3ABA-0408-41EA-935D-D4F4586AA8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511" y="1393926"/>
            <a:ext cx="7042570" cy="162622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F27B53-079D-232F-8AA5-ED461B34E8D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6741" y="3153103"/>
            <a:ext cx="7042335" cy="2648312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37301C-2B9B-4119-9002-BD6DB2AB8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41913" y="6144405"/>
            <a:ext cx="8150087" cy="7135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2738D-D0ED-4899-A01C-42439B5B3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ED261D-45B9-40C1-8341-8B8B796E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3953F-BF80-48E0-8282-62907D6C2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86412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4F4FDF97-2780-775F-9416-96F7A906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2202" y="6309360"/>
            <a:ext cx="4280135" cy="457200"/>
          </a:xfrm>
        </p:spPr>
        <p:txBody>
          <a:bodyPr/>
          <a:lstStyle>
            <a:lvl1pPr algn="ctr">
              <a:defRPr>
                <a:effectLst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A03787D1-4AB7-2166-D4DB-A3878CB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6511" y="6309360"/>
            <a:ext cx="1513289" cy="457200"/>
          </a:xfrm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9/8/20XX</a:t>
            </a:r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4F8C5CD2-BF99-0846-2E4A-179E6C45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00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A19A957-1FB5-43F8-B325-BBD9FEF23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A5410A-92A6-4C0B-9D89-186B7DD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3516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A26073-23A2-4B91-A128-79AA1BE93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351619"/>
            <a:ext cx="12192000" cy="474948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4D5DFA-0CEA-43F0-98EE-6C9F741F7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6107836"/>
            <a:ext cx="4651248" cy="75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E19795B-1103-80EF-6098-1E8371D07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8935" y="91439"/>
            <a:ext cx="10900146" cy="1168739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F766-C576-F298-E93A-CD0D832F8E4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8935" y="1646102"/>
            <a:ext cx="3819652" cy="4160520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spcAft>
                <a:spcPts val="600"/>
              </a:spcAft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52712D-F957-4B22-8B50-BE10410FF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6101107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ooter Placeholder 29">
            <a:extLst>
              <a:ext uri="{FF2B5EF4-FFF2-40B4-BE49-F238E27FC236}">
                <a16:creationId xmlns:a16="http://schemas.microsoft.com/office/drawing/2014/main" id="{26FD74F8-42BB-4CB4-ABF1-5F149743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2917" y="6309360"/>
            <a:ext cx="3423986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Date Placeholder 28">
            <a:extLst>
              <a:ext uri="{FF2B5EF4-FFF2-40B4-BE49-F238E27FC236}">
                <a16:creationId xmlns:a16="http://schemas.microsoft.com/office/drawing/2014/main" id="{5B031752-6400-4BFB-979F-E2EE795E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620" y="6309360"/>
            <a:ext cx="3411973" cy="4572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2" name="Slide Number Placeholder 30">
            <a:extLst>
              <a:ext uri="{FF2B5EF4-FFF2-40B4-BE49-F238E27FC236}">
                <a16:creationId xmlns:a16="http://schemas.microsoft.com/office/drawing/2014/main" id="{6A5CAEAF-7DEC-4B20-8B1E-301A9D0E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696A3-EA34-4924-9037-E330B1CB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3798" y="6117631"/>
            <a:ext cx="64008" cy="7403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E94D0A7-4358-49BF-96EE-8DEB6F4DCF5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79661" y="1646102"/>
            <a:ext cx="6863403" cy="4160520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464">
              <a:lnSpc>
                <a:spcPct val="125000"/>
              </a:lnSpc>
              <a:spcAft>
                <a:spcPts val="600"/>
              </a:spcAft>
              <a:defRPr sz="1800"/>
            </a:lvl2pPr>
            <a:lvl3pPr marL="566928">
              <a:lnSpc>
                <a:spcPct val="125000"/>
              </a:lnSpc>
              <a:spcAft>
                <a:spcPts val="600"/>
              </a:spcAft>
              <a:defRPr sz="1800"/>
            </a:lvl3pPr>
            <a:lvl4pPr marL="850392">
              <a:lnSpc>
                <a:spcPct val="125000"/>
              </a:lnSpc>
              <a:spcAft>
                <a:spcPts val="600"/>
              </a:spcAft>
              <a:defRPr sz="1800"/>
            </a:lvl4pPr>
            <a:lvl5pPr marL="1133856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736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DF88512-9E62-4695-B350-39488566A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D596D-95F4-4C5C-A0E7-86D747F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553E9F-DCBF-4BEE-A261-5AA97361A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9B0EB0-AEBA-44ED-BC77-4188C7486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74D0E84D-2B51-9F8D-82CE-C086143DC605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630363" y="2757951"/>
            <a:ext cx="9918700" cy="3387579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8DD10-67BC-4E87-A788-A45C6093F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769F5-486B-4B48-A543-2C70359DF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DB9557B-D9D3-4FA9-2D64-D2F91957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35372" y="6309360"/>
            <a:ext cx="4946592" cy="45720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BC3F5B3-7690-C0DA-4084-5EFE50E8C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99E56FFE-09D7-3078-C9E8-DFE8CF68AA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</a:p>
        </p:txBody>
      </p:sp>
    </p:spTree>
    <p:extLst>
      <p:ext uri="{BB962C8B-B14F-4D97-AF65-F5344CB8AC3E}">
        <p14:creationId xmlns:p14="http://schemas.microsoft.com/office/powerpoint/2010/main" val="24340333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23DC2F0A-1748-49AE-AF72-D6BBB4F8F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3DF7B1-E0C5-4E09-BB5C-F11EA14D7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66789"/>
            <a:ext cx="6833381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C678EC-E47C-4AC2-A75A-7022CECD00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622" y="848455"/>
            <a:ext cx="5102365" cy="2601914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74E69A-5ABD-42DF-A2B0-997A62625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063" y="920164"/>
            <a:ext cx="1070775" cy="24661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B6D0A-4A1F-4B59-B429-AD3FABC74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B66529-F6B7-4C1C-8291-8139628D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48456"/>
            <a:ext cx="6833382" cy="7170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245B9-34B5-4F89-8EA6-C018B9D4F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58023" y="3442673"/>
            <a:ext cx="5333977" cy="34153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0814BE-76E8-43EC-9616-A1F02F053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96996"/>
            <a:ext cx="1219200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8AAA0A6-9D4B-4AA2-82F0-77E5ECF4B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86762" y="3928342"/>
            <a:ext cx="4162319" cy="2285000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800" b="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8E3FFD99-95F0-47A4-8642-FB9FECE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5917" y="6309360"/>
            <a:ext cx="4946592" cy="457200"/>
          </a:xfrm>
        </p:spPr>
        <p:txBody>
          <a:bodyPr/>
          <a:lstStyle>
            <a:lvl1pPr>
              <a:defRPr lang="en-US" sz="12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727536-E532-4015-A178-0ABB6B09C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1">
            <a:extLst>
              <a:ext uri="{FF2B5EF4-FFF2-40B4-BE49-F238E27FC236}">
                <a16:creationId xmlns:a16="http://schemas.microsoft.com/office/drawing/2014/main" id="{22977876-C29D-4D32-9948-303465AE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77730" y="6309360"/>
            <a:ext cx="2736329" cy="457200"/>
          </a:xfrm>
        </p:spPr>
        <p:txBody>
          <a:bodyPr/>
          <a:lstStyle/>
          <a:p>
            <a:r>
              <a:rPr lang="en-US" dirty="0"/>
              <a:t>9/8/20XX</a:t>
            </a:r>
          </a:p>
        </p:txBody>
      </p:sp>
      <p:sp>
        <p:nvSpPr>
          <p:cNvPr id="20" name="Slide Number Placeholder 15">
            <a:extLst>
              <a:ext uri="{FF2B5EF4-FFF2-40B4-BE49-F238E27FC236}">
                <a16:creationId xmlns:a16="http://schemas.microsoft.com/office/drawing/2014/main" id="{6A7BC11E-2EF0-4989-9A7E-7AB377DB8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557ABF-B75C-BD78-1A04-E483A57A9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7712" y="0"/>
            <a:ext cx="5728216" cy="84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38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EA8D8870-8337-4ABD-9EA6-3D5AAB7E4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B2DB-2CCA-4BD4-8D63-98257049E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324DAAC3-FA37-4838-A298-327679F99F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B792E4C-AD3B-4E88-8540-E757597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A32632F-9ED1-4328-BBE3-B4E01415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A124D3C-01E3-4B96-BDF0-54851D173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A64FF-37A7-4837-8033-CBEA2269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C0C09F-8990-542B-199E-E6FADE2F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F60C3-341E-9533-2415-66360A254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53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7" r:id="rId20"/>
    <p:sldLayoutId id="2147483708" r:id="rId21"/>
    <p:sldLayoutId id="2147483709" r:id="rId22"/>
    <p:sldLayoutId id="2147483682" r:id="rId23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CUSTOMER SENTIMENTATION USING CLUSTERING.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D82172-65D3-451F-FDB2-10DA36B80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0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DE6B89-9484-4E50-8387-C55E031D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178" y="1361923"/>
            <a:ext cx="6623040" cy="850335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EB58E2-A9A0-481A-8B5B-381B836CE4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7399" y="2212258"/>
            <a:ext cx="6622819" cy="3904062"/>
          </a:xfrm>
        </p:spPr>
        <p:txBody>
          <a:bodyPr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INTRODUCTION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WHAT IS CUSTOMER SEG…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WHY…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WHAT IS CLUSTERING?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POPULAR ALGORITHMS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PROCESS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BENEFITS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CHALLENGES AND LIMITAIONS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/>
              <a:t>SUMMARY..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C427B9-3DB1-C24D-C444-741BAB5FA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99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41" name="Picture Placeholder 40" descr="A large room with glass walls&#10;">
            <a:extLst>
              <a:ext uri="{FF2B5EF4-FFF2-40B4-BE49-F238E27FC236}">
                <a16:creationId xmlns:a16="http://schemas.microsoft.com/office/drawing/2014/main" id="{9FB4A3D7-302B-4FAB-B9BD-5F75A796AC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80" r="7980"/>
          <a:stretch/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9ABB98-48AF-D8EB-6A56-D738EF270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2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31CEB84-49DC-40A9-B2F0-D573658A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7416" y="1316736"/>
            <a:ext cx="5120640" cy="1701767"/>
          </a:xfrm>
        </p:spPr>
        <p:txBody>
          <a:bodyPr>
            <a:normAutofit fontScale="9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0" dirty="0"/>
              <a:t>Customer segmentation is a powerful strategy that involves dividing a company's customer base into distinct groups of individuals who share similar characteristics, behaviors, or needs.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7886DF7-FA3D-4AD1-AEC1-578EA3AC8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828" y="3559278"/>
            <a:ext cx="5125300" cy="232601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/>
              <a:t>Clustering automatically groups customers based on patterns in their data—such as purchase history, spending behavior, demographics, or engagement levels—without requiring prior labeling.</a:t>
            </a:r>
          </a:p>
        </p:txBody>
      </p:sp>
      <p:pic>
        <p:nvPicPr>
          <p:cNvPr id="5" name="Picture Placeholder 4" descr="People in the middle of a circular room ">
            <a:extLst>
              <a:ext uri="{FF2B5EF4-FFF2-40B4-BE49-F238E27FC236}">
                <a16:creationId xmlns:a16="http://schemas.microsoft.com/office/drawing/2014/main" id="{0CEB905B-7FDD-4B1A-96BF-B5A081A25FC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8" r="7618"/>
          <a:stretch/>
        </p:blipFill>
        <p:spPr/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6B1A3A-560D-D4BB-5CD0-2DA500739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2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B65A9-1ACB-EE49-7672-A927F8F34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CUSTOMER SEGMENTATION..</a:t>
            </a:r>
          </a:p>
        </p:txBody>
      </p:sp>
      <p:pic>
        <p:nvPicPr>
          <p:cNvPr id="9" name="Content Placeholder 8" descr="Person alone in an office">
            <a:extLst>
              <a:ext uri="{FF2B5EF4-FFF2-40B4-BE49-F238E27FC236}">
                <a16:creationId xmlns:a16="http://schemas.microsoft.com/office/drawing/2014/main" id="{2C6BF86C-38BB-3B7E-9F36-9166C538BD1D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0" y="1038"/>
            <a:ext cx="4613275" cy="6855923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AABBD-8A7F-A90C-3E5F-9B47E6255AA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Customer segmentation</a:t>
            </a:r>
            <a:r>
              <a:rPr lang="en-US" dirty="0"/>
              <a:t> is the process of dividing a company’s customer base into </a:t>
            </a:r>
            <a:r>
              <a:rPr lang="en-US" b="1" dirty="0"/>
              <a:t>smaller, distinct groups</a:t>
            </a:r>
            <a:r>
              <a:rPr lang="en-US" dirty="0"/>
              <a:t> based on shared characteristics. These characteristics can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Demographics</a:t>
            </a:r>
            <a:r>
              <a:rPr lang="en-US" dirty="0"/>
              <a:t> (age, gender, income)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Geographic location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Behavioral traits</a:t>
            </a:r>
            <a:r>
              <a:rPr lang="en-US" dirty="0"/>
              <a:t> (purchasing habits, brand loyalty)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Psychographics</a:t>
            </a:r>
            <a:r>
              <a:rPr lang="en-US" dirty="0"/>
              <a:t> (lifestyle, interests, values)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1DD41-A00F-9585-D5FD-BAAF07CF2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0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14B6A3-5F3E-4909-8ED5-87FE824922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b">
            <a:normAutofit/>
          </a:bodyPr>
          <a:lstStyle/>
          <a:p>
            <a:r>
              <a:rPr lang="en-IN" dirty="0"/>
              <a:t>Why is it Important?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94F61A-46C1-B831-7EC4-687DF1C757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99D32F-A54D-D55D-A794-4D18AFF61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BF1AC-C624-2AD2-DA0F-335AB7BA2C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261420" y="502269"/>
            <a:ext cx="9458792" cy="371855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Not all customers are the same — they have different needs, preferences, and buying behaviors. By segmenting customers, a business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Understand customer needs more clearly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Develop targeted marketing campaigns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Improve customer service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Personalize product recommendations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Increase customer satisfaction and loyalty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06E8F3-B577-F65B-00CF-371E405D3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00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1CC7-9CF2-71F0-1AD4-791EA9CBAD9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542562" y="2590800"/>
            <a:ext cx="9794031" cy="3718557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Clustering</a:t>
            </a:r>
            <a:r>
              <a:rPr lang="en-US" dirty="0"/>
              <a:t> is a technique in </a:t>
            </a:r>
            <a:r>
              <a:rPr lang="en-US" b="1" dirty="0"/>
              <a:t>unsupervised machine learning</a:t>
            </a:r>
            <a:r>
              <a:rPr lang="en-US" dirty="0"/>
              <a:t> used to </a:t>
            </a:r>
            <a:r>
              <a:rPr lang="en-US" b="1" dirty="0"/>
              <a:t>group similar data points together</a:t>
            </a:r>
            <a:r>
              <a:rPr lang="en-US" dirty="0"/>
              <a:t> based on patterns or characteristics in the data.</a:t>
            </a:r>
          </a:p>
          <a:p>
            <a:pPr>
              <a:buNone/>
            </a:pPr>
            <a:r>
              <a:rPr lang="en-US" b="1" u="sng" dirty="0"/>
              <a:t>Key Features of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Unsupervised</a:t>
            </a:r>
            <a:r>
              <a:rPr lang="en-US" dirty="0"/>
              <a:t>: No predefined categories or training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Groups Similar Data</a:t>
            </a:r>
            <a:r>
              <a:rPr lang="en-US" dirty="0"/>
              <a:t>: Items in the same cluster are more similar to each other than to those in other clusters.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Pattern Discovery</a:t>
            </a:r>
            <a:r>
              <a:rPr lang="en-US" dirty="0"/>
              <a:t>: Useful for discovering hidden structures or patterns in data.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E10C4-03B0-2B25-7A44-7792C044A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3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2769-08DE-E62F-163A-27A5442A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511" y="1393927"/>
            <a:ext cx="7042570" cy="965816"/>
          </a:xfrm>
        </p:spPr>
        <p:txBody>
          <a:bodyPr/>
          <a:lstStyle/>
          <a:p>
            <a:r>
              <a:rPr lang="en-US" dirty="0"/>
              <a:t>POPULAR ALGORITHM..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3192-D337-8C2E-FAAC-9B46B5DFBD2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06741" y="2529840"/>
            <a:ext cx="7042335" cy="32715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K-Means Clustering Explained-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 the number of clusters </a:t>
            </a:r>
            <a:r>
              <a:rPr lang="en-US" b="1" dirty="0"/>
              <a:t>(K)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Randomly initialize centroids.</a:t>
            </a:r>
          </a:p>
          <a:p>
            <a:pPr>
              <a:buFont typeface="+mj-lt"/>
              <a:buAutoNum type="arabicPeriod"/>
            </a:pPr>
            <a:r>
              <a:rPr lang="en-US" dirty="0"/>
              <a:t>Assign each point to the nearest centroid.</a:t>
            </a:r>
          </a:p>
          <a:p>
            <a:pPr>
              <a:buFont typeface="+mj-lt"/>
              <a:buAutoNum type="arabicPeriod"/>
            </a:pPr>
            <a:r>
              <a:rPr lang="en-US" dirty="0"/>
              <a:t>Recalculate centroids.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 steps 3-4 until convergence.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Visual output:</a:t>
            </a:r>
            <a:r>
              <a:rPr lang="en-US" dirty="0"/>
              <a:t> each cluster with similar points grouped together.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C5AE2A-0CB2-21A0-DFA7-790E282D9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5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77F5-885F-90C9-0114-D5871EB95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OF CUSTOMER SEGMENTATION..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CE82B9E-9CE4-4BF4-2535-9422D4A2E2E4}"/>
              </a:ext>
            </a:extLst>
          </p:cNvPr>
          <p:cNvSpPr txBox="1">
            <a:spLocks/>
          </p:cNvSpPr>
          <p:nvPr/>
        </p:nvSpPr>
        <p:spPr>
          <a:xfrm>
            <a:off x="1188721" y="2534920"/>
            <a:ext cx="10126676" cy="4323080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300" u="sng" dirty="0"/>
              <a:t>Step 1: Define the Objective:</a:t>
            </a:r>
          </a:p>
          <a:p>
            <a:pPr>
              <a:buNone/>
            </a:pPr>
            <a:r>
              <a:rPr lang="en-US" sz="1700" dirty="0"/>
              <a:t>Start by clearly understanding </a:t>
            </a:r>
            <a:r>
              <a:rPr lang="en-US" sz="1700" b="1" dirty="0"/>
              <a:t>why</a:t>
            </a:r>
            <a:r>
              <a:rPr lang="en-US" sz="1700" dirty="0"/>
              <a:t> you are segmenting customers.</a:t>
            </a:r>
          </a:p>
          <a:p>
            <a:pPr>
              <a:buNone/>
            </a:pPr>
            <a:r>
              <a:rPr lang="en-US" sz="1700" b="1" dirty="0"/>
              <a:t>Example Objectives:</a:t>
            </a:r>
            <a:endParaRPr lang="en-US" sz="17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Improve targeted marketing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Identify high-value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Personalize offers and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u="sng" dirty="0"/>
              <a:t>Step 2: Data Collection</a:t>
            </a:r>
            <a:r>
              <a:rPr lang="en-US" sz="2200" u="sng" dirty="0"/>
              <a:t> </a:t>
            </a:r>
          </a:p>
          <a:p>
            <a:pPr>
              <a:buNone/>
            </a:pPr>
            <a:r>
              <a:rPr lang="en-US" dirty="0"/>
              <a:t>Gather customer data from various sources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Transaction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Website/app activity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u="sng" dirty="0"/>
              <a:t>Step 3: Data Preprocessing</a:t>
            </a:r>
          </a:p>
          <a:p>
            <a:pPr>
              <a:buNone/>
            </a:pPr>
            <a:r>
              <a:rPr lang="en-US" dirty="0"/>
              <a:t>Clean and prepare the data for analysis: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missing values (e.g., fill, remove)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68F930-1710-6E02-CC76-855041B32DD7}"/>
              </a:ext>
            </a:extLst>
          </p:cNvPr>
          <p:cNvSpPr txBox="1">
            <a:spLocks/>
          </p:cNvSpPr>
          <p:nvPr/>
        </p:nvSpPr>
        <p:spPr>
          <a:xfrm>
            <a:off x="4659141" y="2753360"/>
            <a:ext cx="7042335" cy="32004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31990-C544-5CBB-14D2-9D9807518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7A00-0589-53E6-2A33-259C028C2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PROCESS..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FCEF40-81E3-277A-5F52-7344D8F5E68F}"/>
              </a:ext>
            </a:extLst>
          </p:cNvPr>
          <p:cNvSpPr txBox="1">
            <a:spLocks/>
          </p:cNvSpPr>
          <p:nvPr/>
        </p:nvSpPr>
        <p:spPr>
          <a:xfrm>
            <a:off x="1188721" y="2534920"/>
            <a:ext cx="10126676" cy="38100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sz="1500" u="sng" dirty="0"/>
              <a:t>Step 4: Feature Selection</a:t>
            </a:r>
            <a:endParaRPr lang="en-US" sz="15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Choose features that are most relevant for segmentation.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Popular features: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Session time on website.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Number of product bought.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u="sng" dirty="0"/>
              <a:t>Step 5: Apply Clustering Algorithm</a:t>
            </a:r>
          </a:p>
          <a:p>
            <a:pPr>
              <a:buNone/>
            </a:pPr>
            <a:r>
              <a:rPr lang="en-US" sz="1200" dirty="0"/>
              <a:t>Choose and apply a clustering algorithm.</a:t>
            </a:r>
          </a:p>
          <a:p>
            <a:pPr>
              <a:buNone/>
            </a:pPr>
            <a:r>
              <a:rPr lang="en-US" sz="1200" b="1" dirty="0"/>
              <a:t>Most commonly used: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K-Means</a:t>
            </a:r>
            <a:r>
              <a:rPr lang="en-US" sz="1200" dirty="0"/>
              <a:t>: Fast and efficient, requires the number of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u="sng" dirty="0"/>
              <a:t>Step 6: Business 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Business Action</a:t>
            </a:r>
            <a:r>
              <a:rPr lang="en-US" sz="1200" dirty="0"/>
              <a:t> – apply insights to marketing, product, support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1FC632-C995-C64E-B8B5-4E969B1D7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26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30E0F-10C6-298A-C347-E831FFF4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USING CLUSTEING…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78F1DC-7EF8-5514-E97B-D47663F284D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534160" y="1646102"/>
            <a:ext cx="10008904" cy="416052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Uncover hidden patterns in customer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Identify high- value customers for retention.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Personalize recommendations and promotions.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Improve overall customer experience.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Enable data-driven decision making in marketing and sales.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</a:rPr>
              <a:t>Improved targeted marketing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</a:rPr>
              <a:t>Better customer understanding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</a:rPr>
              <a:t>Personalized customer experience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4A0E4A-F6CE-3914-A7A5-0F27CD9E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4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E67981-079D-4463-B997-67E6CA03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LIMITATIONS..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D1EA42-9BDE-E916-061B-565B36506E39}"/>
              </a:ext>
            </a:extLst>
          </p:cNvPr>
          <p:cNvSpPr txBox="1">
            <a:spLocks/>
          </p:cNvSpPr>
          <p:nvPr/>
        </p:nvSpPr>
        <p:spPr>
          <a:xfrm>
            <a:off x="1798320" y="2661920"/>
            <a:ext cx="9750757" cy="313949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7EB016-89E5-C0F1-71AB-F9332851A3B5}"/>
              </a:ext>
            </a:extLst>
          </p:cNvPr>
          <p:cNvSpPr txBox="1">
            <a:spLocks/>
          </p:cNvSpPr>
          <p:nvPr/>
        </p:nvSpPr>
        <p:spPr>
          <a:xfrm>
            <a:off x="4659141" y="3305503"/>
            <a:ext cx="7042335" cy="26483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268490F-8AD9-1A42-F0C5-C2F86E1A4A42}"/>
              </a:ext>
            </a:extLst>
          </p:cNvPr>
          <p:cNvSpPr txBox="1">
            <a:spLocks/>
          </p:cNvSpPr>
          <p:nvPr/>
        </p:nvSpPr>
        <p:spPr>
          <a:xfrm>
            <a:off x="1534160" y="2661920"/>
            <a:ext cx="10008904" cy="314470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8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None/>
              <a:defRPr sz="16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0" indent="-320040" algn="l" defTabSz="914400" rtl="0" eaLnBrk="1" latinLnBrk="0" hangingPunct="1">
              <a:lnSpc>
                <a:spcPct val="140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Determining the optimal number of clusters (k).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Sensitive to feature scaling and outliers.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Clusters may change over time due to behavior shifts.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Interpreting the meaning of each cluster can be difficult.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Requires clean and quality data to be effective.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Data quality issues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Privacy and ethical concerns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409DA4-9B7B-8656-4912-E5FA6C566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023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4081DB-1923-4878-AB15-AD54F35A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BBB147-E92E-87A1-5EF5-6BFE6439D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99" y="0"/>
            <a:ext cx="1461501" cy="124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20399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FF477C-132F-44F8-8C56-EBFF95FAF97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F36CB81-A037-44A8-88EB-C0C0F17FD4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1AA24C-4CA6-40FF-8947-DA1F6F474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Shoji design</Template>
  <TotalTime>173</TotalTime>
  <Words>593</Words>
  <Application>Microsoft Office PowerPoint</Application>
  <PresentationFormat>Widescreen</PresentationFormat>
  <Paragraphs>101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</vt:lpstr>
      <vt:lpstr>Arial</vt:lpstr>
      <vt:lpstr>Calibri</vt:lpstr>
      <vt:lpstr>Corbel</vt:lpstr>
      <vt:lpstr>Wingdings</vt:lpstr>
      <vt:lpstr>ShojiVTI</vt:lpstr>
      <vt:lpstr>CUSTOMER SENTIMENTATION USING CLUSTERING.</vt:lpstr>
      <vt:lpstr>Agenda</vt:lpstr>
      <vt:lpstr>INTRODUCTION</vt:lpstr>
      <vt:lpstr>Customer segmentation is a powerful strategy that involves dividing a company's customer base into distinct groups of individuals who share similar characteristics, behaviors, or needs.</vt:lpstr>
      <vt:lpstr>WHAT IS CUSTOMER SEGMENTATION..</vt:lpstr>
      <vt:lpstr>Why is it Important?</vt:lpstr>
      <vt:lpstr>IMPORTANCE…</vt:lpstr>
      <vt:lpstr>WHAT IS CLUSTERING ?</vt:lpstr>
      <vt:lpstr>POPULAR ALGORITHM..</vt:lpstr>
      <vt:lpstr>PROCESS OF CUSTOMER SEGMENTATION.. </vt:lpstr>
      <vt:lpstr>PROCESS..</vt:lpstr>
      <vt:lpstr>BENEFITS USING CLUSTEING…</vt:lpstr>
      <vt:lpstr>CHALLENGES AND LIMITATIONS..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Agnihotri</dc:creator>
  <cp:lastModifiedBy>Neha Agnihotri</cp:lastModifiedBy>
  <cp:revision>1</cp:revision>
  <dcterms:created xsi:type="dcterms:W3CDTF">2025-05-26T14:46:53Z</dcterms:created>
  <dcterms:modified xsi:type="dcterms:W3CDTF">2025-05-26T17:48:40Z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