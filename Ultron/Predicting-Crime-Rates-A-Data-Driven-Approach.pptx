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Sora Medium"/>
      <p:regular r:id="rId15"/>
    </p:embeddedFont>
    <p:embeddedFont>
      <p:font typeface="Sora Medium"/>
      <p:regular r:id="rId16"/>
    </p:embeddedFont>
    <p:embeddedFont>
      <p:font typeface="Noto Sans TC"/>
      <p:regular r:id="rId17"/>
    </p:embeddedFont>
    <p:embeddedFont>
      <p:font typeface="Noto Sans TC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Predicting Crime Rates: A Data-Driven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Explore how data predicts crime trends in urban areas for safer cities. Understand key factors, techniques, and challenges in crime prediction.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285661"/>
            <a:ext cx="284702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by KARTIK AGARWAL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0809"/>
            <a:ext cx="5712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Predict Crime?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597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83761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Resource Allocation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82365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Optimize police deployment, supporting $193B spent annually in the US.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27597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283761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Prevention Strategies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682365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Enable targeted interventions to stop crime before it happens.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8760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65470"/>
            <a:ext cx="35490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Public Safety &amp; Economy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558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Reduce victimization, fear, and property value loss by 15-20%.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2986"/>
            <a:ext cx="92099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Factors Influencing Crime Rates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87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Socioeconomic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988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Poverty rises +5% crime (NYC data)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4498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Unemployment +1% leads to +2% property crime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25874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Environmental &amp; Demographic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19421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Brighter lighting lowers crime by 10%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99931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Higher density (+1000 people/sq mile) raises crime 3%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580441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 group 15-24 is critical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32587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Policing &amp; Seasonal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383988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Hot spot policing cuts crime 15% in Boston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464498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Crime spikes 10-15% during summer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Methodologies for Crime Prediction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Statistical Models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Linear regression (60-70% accuracy), time series (70-80%)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927634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forests (80-85%), neural networks (85-90%)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Spatial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872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Hot spot mapping and geographic profiling to locate crime areas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Case Studies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Chicago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Predictive policing cut shootings by 15% (2012-2017)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New York 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CompStat reduced major crimes by 20% in the 1990s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London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Crime mapping contributed to 10% drop in burglaries (2015-2020)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3412"/>
            <a:ext cx="7852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Challenges and Limitations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7200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4667012"/>
            <a:ext cx="225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5157430"/>
            <a:ext cx="22542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Incomplete or biased datasets limit accuracy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8" y="457200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4667012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Privacy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19067" y="5157430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Balancing prediction benefits and individual rights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572000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4667012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Ethics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50674" y="5157430"/>
            <a:ext cx="2254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Avoiding discriminatory outcomes in model use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491" y="4572000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4667012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Complexity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582281" y="5511760"/>
            <a:ext cx="2254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Overfitting and evolving crime patterns challenge prediction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93790" y="72185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Prediction models require significant resources for maintenance and updates.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60308"/>
            <a:ext cx="9792295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Ethical Considerations and Mitigation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4" name="Shape 2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1639729"/>
            <a:ext cx="3048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58684" y="16713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Audit Bias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1279" y="21108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Identify and fix demographic skews in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10" name="Shape 7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858929"/>
            <a:ext cx="304800" cy="38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331279" y="33300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Explainable AI fosters public trust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909893"/>
            <a:ext cx="304800" cy="381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10389" y="3941564"/>
            <a:ext cx="31887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Community Involvement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11279" y="4381024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Civilian oversight for accountability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4960858"/>
            <a:ext cx="304800" cy="381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31279" y="499252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Privacy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31279" y="5431988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Anonymize data and enforce access controls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name="adj" fmla="val 133358"/>
            </a:avLst>
          </a:prstGeom>
          <a:solidFill>
            <a:srgbClr val="3F3F44"/>
          </a:solidFill>
          <a:ln/>
        </p:spPr>
      </p:sp>
      <p:sp>
        <p:nvSpPr>
          <p:cNvPr id="25" name="Shape 19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6011823"/>
            <a:ext cx="304800" cy="381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27715" y="6043493"/>
            <a:ext cx="26714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Independent Review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11279" y="6482953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Ethics boards ensure responsible usage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78825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Future of Crime Prediction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Real-Time Mapping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Integration of cameras and sensors for instant alerts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AI-Driven Policing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Proactive interventions using predictive algorithms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604492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Citizen Engagement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Mobile apps empower public reporting and info sharing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Social Integration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Combining data with services to tackle crime root causes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Crime Reduction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Potential for 30-40% further decrease with advanced tech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2025-05-26T20:18:02Z</dcterms:created>
  <dcterms:modified xsi:type="dcterms:W3CDTF">2025-05-26T20:18:02Z</dcterms:modified>
</cp:coreProperties>
</file>