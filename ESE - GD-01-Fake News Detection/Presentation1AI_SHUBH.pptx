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A2B0D-E06F-4DB2-B201-2817ED0594F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A2E-CF93-4FEB-9C23-50F7E1481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A2B0D-E06F-4DB2-B201-2817ED0594F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A2E-CF93-4FEB-9C23-50F7E1481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913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A2B0D-E06F-4DB2-B201-2817ED0594F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A2E-CF93-4FEB-9C23-50F7E1481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36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A2B0D-E06F-4DB2-B201-2817ED0594F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A2E-CF93-4FEB-9C23-50F7E1481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7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A2B0D-E06F-4DB2-B201-2817ED0594F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A2E-CF93-4FEB-9C23-50F7E1481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56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A2B0D-E06F-4DB2-B201-2817ED0594F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A2E-CF93-4FEB-9C23-50F7E1481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A2B0D-E06F-4DB2-B201-2817ED0594F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A2E-CF93-4FEB-9C23-50F7E1481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8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A2B0D-E06F-4DB2-B201-2817ED0594F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A2E-CF93-4FEB-9C23-50F7E1481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01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A2B0D-E06F-4DB2-B201-2817ED0594F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A2E-CF93-4FEB-9C23-50F7E1481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74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A2B0D-E06F-4DB2-B201-2817ED0594F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A2E-CF93-4FEB-9C23-50F7E1481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55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A2B0D-E06F-4DB2-B201-2817ED0594F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98A2E-CF93-4FEB-9C23-50F7E1481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1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A2B0D-E06F-4DB2-B201-2817ED0594F1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98A2E-CF93-4FEB-9C23-50F7E1481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439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991" y="8709"/>
            <a:ext cx="12290991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04799" y="4429919"/>
            <a:ext cx="3309257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dirty="0" err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Shubhransu</a:t>
            </a:r>
            <a:endParaRPr lang="en-US" sz="1600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1600" b="0" cap="none" spc="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Sujal Gupta</a:t>
            </a:r>
            <a:br>
              <a:rPr lang="en-US" sz="1600" b="0" cap="none" spc="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1600" b="0" cap="none" spc="0" dirty="0" err="1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Shivam</a:t>
            </a:r>
            <a:r>
              <a:rPr lang="en-US" sz="1600" b="0" cap="none" spc="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Chaudhary</a:t>
            </a:r>
            <a:endParaRPr lang="en-US" sz="1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24743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2913" y="-42863"/>
            <a:ext cx="13077825" cy="694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41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32" y="0"/>
            <a:ext cx="122843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47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0498" y="-60960"/>
            <a:ext cx="12262498" cy="69189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432560"/>
            <a:ext cx="3854824" cy="53263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214950"/>
            <a:ext cx="360997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122" y="0"/>
            <a:ext cx="1223612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930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662" y="0"/>
            <a:ext cx="12228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475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5368" y="0"/>
            <a:ext cx="1225736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800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588" y="0"/>
            <a:ext cx="12226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475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374" y="0"/>
            <a:ext cx="12256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46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0500" y="0"/>
            <a:ext cx="12262499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609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</Words>
  <Application>Microsoft Office PowerPoint</Application>
  <PresentationFormat>Widescreen</PresentationFormat>
  <Paragraphs>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3</cp:revision>
  <dcterms:created xsi:type="dcterms:W3CDTF">2025-05-27T05:51:54Z</dcterms:created>
  <dcterms:modified xsi:type="dcterms:W3CDTF">2025-05-27T05:59:08Z</dcterms:modified>
</cp:coreProperties>
</file>