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DM Sans Medium" panose="020F0502020204030204" pitchFamily="2" charset="0"/>
      <p:regular r:id="rId11"/>
    </p:embeddedFont>
    <p:embeddedFont>
      <p:font typeface="Inter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11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AB39-D077-4E17-FB65-02841C3C5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0057A-FFF3-DA44-3B85-D15A942D0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6249E-3719-4C52-2654-2F4A6E972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093E4-E05F-B456-7177-DA4060D03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F1627-820D-3249-2ADD-F1F96925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3045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58691-16ED-513B-7C9C-8E5E9FA1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2832E-1007-9BBC-5D95-F0B95F6D7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5DAA2-4511-1D9D-1BB9-61593624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E584A-0810-3482-E825-29CB3674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265DD-FE09-B912-4344-2638E5A5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7609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7D93-300E-6929-616C-52184D871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C566F-2A30-CBDB-8472-BE7B1E9EB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D52B-3958-BE59-498E-4AB38A160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62FF2-A6E0-36C6-D885-05BBB95A5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3F8EA-E724-AF06-DF46-53428DFA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5727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79B0-A7AE-3B2B-5F8F-D5FFF957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56BF0-7DE1-C816-D944-3248526C9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22AF9-1369-4599-0919-90C7B8240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EC4CC-E1E6-6033-9225-C6FA4676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4D5D4-0BBC-9129-2ACF-AD4EC63E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097C-CF53-52E6-314F-03E34143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124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AB73-B87A-9F2F-44D4-DEBC4450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99AC1-06D6-B684-FB95-8B9AE0BFD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1010A-7D0C-A9DB-DA46-531C45B11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570B3-AD2E-7041-0011-65B2AA654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A35B9-B360-6CD7-DDAA-7E53D0753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811CB-E838-FCD1-FFBD-AFD0C7876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56B0B1-C711-4AC8-1D26-A0CB18E1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2B65D-FB8B-4295-539E-60BD752C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28072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4CA7-C11F-D147-F58F-6AFF6CE9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8080C-F93B-C3DF-FA5F-61D1219F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DA2584-D01D-D16D-705D-F6962A12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8FFDE-360A-31E7-E159-531F98D5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8599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D4CE3F-3987-DFDF-50F5-4D5EB9E73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29BB2C-3131-DE54-4DA5-2D2E0605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91C6D-7572-6D02-907C-2C76A9CB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9631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33BAE-3D71-0750-EA08-FF2809CA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BF707-9D21-F092-B61F-20328DC82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2BA95-241D-3A72-BE53-F34DF0498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A711C-D472-21B1-2004-11F0ACC7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5E129-66A8-E832-8C78-E5C9B91D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5B945-773E-0782-102D-336C5255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272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C1DA-A8A1-4264-4AC8-063DB64E1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B742AE-AFED-424C-3680-C9B16E3FA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DA1AC-A275-E19B-F923-1EA968EA7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EC54B-7950-452E-7452-BCC424457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E7728-8B73-F818-4A2C-50897497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E48A6-2619-1A9C-4EF8-2965E223D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8177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711C-6EDF-998A-B727-DB880F5F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B40C50-C024-DD7C-EAA4-1EAF43AE0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C7D33-F70D-175E-FEFA-5E5CB5165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D6047-4397-A47E-E422-3D597499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FEFD9-9B72-32E5-333F-BABADC73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4286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FBB81B-ADB1-0EE6-A1B0-1946FE706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7CA99-34ED-2D84-4A0E-37E8E4538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AD7CD-C939-1A66-9F35-E93B238B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5213A-2BCE-8CC9-3D95-D302DFB6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618BF-676A-2A4B-52D0-6BD54877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4713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484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809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937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324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6098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7897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0218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24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EC334-069D-CA1D-774F-EBBABD663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0C6FB-4C94-DFD4-FA0A-7F899CAF6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DA2BA-0DF7-1686-C854-63A75E3CF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4E612-C2AD-3D23-CC67-135ADBA1F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BEB55-AA96-2453-1075-F236B9150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950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194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Text Detection Using GPT-2 Perplexity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771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AI-generated Text Using Language Model Perplexity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952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756440" y="5413296"/>
            <a:ext cx="297060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730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2196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Growing prevalence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text is increasingly common in many applications.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22196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Detection need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methods are essential to distinguish AI from humans.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22196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focus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GPT-2 perplexity to identify AI-generated content.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69425"/>
            <a:ext cx="74014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Is AI-Generated Text?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183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68665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produced by artificial intelligence language models.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1183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8" name="Text 5"/>
          <p:cNvSpPr/>
          <p:nvPr/>
        </p:nvSpPr>
        <p:spPr>
          <a:xfrm>
            <a:off x="5450919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Common tools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3686651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GPT-3, GPT-4, Bard, LaMDA, and more.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2898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306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 cases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579727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generation, chatbots, automation, and assistance.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9375"/>
            <a:ext cx="103734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Detecting AI Content Is Important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5130"/>
            <a:ext cx="31687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Combat misinformation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false or misleading content.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authenticity and trustworthiness of sources.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95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Uphold integrity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academic honesty and professional ethics.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transparency about content origins.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944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Objective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443401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670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 text origin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16063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text as AI-generated or human-written.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804285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031099"/>
            <a:ext cx="28447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 GPT-2 perplexity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52151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how surprising or likely text is for the model.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65169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391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Quantify likelihood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5882402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 numeric score indicating AI content probability.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467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Tools &amp; Technologies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83534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1930360"/>
            <a:ext cx="15360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2420779"/>
            <a:ext cx="153602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programming language for implementation.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093" y="183534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00882" y="1930360"/>
            <a:ext cx="153602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Google Colab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200882" y="2775109"/>
            <a:ext cx="153602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cloud platform for running experiments.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0395" y="183534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14185" y="1930360"/>
            <a:ext cx="153602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Hugging Face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814185" y="2775109"/>
            <a:ext cx="153602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 to access pre-trained models like GPT-2.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082897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87579" y="5177909"/>
            <a:ext cx="15360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PyTorch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587579" y="5668327"/>
            <a:ext cx="153602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framework supporting model computations.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701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How It Works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19068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DEBE3"/>
          </a:solidFill>
          <a:ln/>
        </p:spPr>
      </p:sp>
      <p:sp>
        <p:nvSpPr>
          <p:cNvPr id="5" name="Text 2"/>
          <p:cNvSpPr/>
          <p:nvPr/>
        </p:nvSpPr>
        <p:spPr>
          <a:xfrm>
            <a:off x="1303973" y="30190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Upload text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3509486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submit text files to be analyzed.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4099203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DEBE3"/>
          </a:solidFill>
          <a:ln/>
        </p:spPr>
      </p:sp>
      <p:sp>
        <p:nvSpPr>
          <p:cNvPr id="8" name="Text 5"/>
          <p:cNvSpPr/>
          <p:nvPr/>
        </p:nvSpPr>
        <p:spPr>
          <a:xfrm>
            <a:off x="1644134" y="4099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Preprocess text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589621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Tokenize text for model compatibility.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179338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DEBE3"/>
          </a:solidFill>
          <a:ln/>
        </p:spPr>
      </p:sp>
      <p:sp>
        <p:nvSpPr>
          <p:cNvPr id="11" name="Text 8"/>
          <p:cNvSpPr/>
          <p:nvPr/>
        </p:nvSpPr>
        <p:spPr>
          <a:xfrm>
            <a:off x="1984415" y="51793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Calculate perplexity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5669756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GPT-2 generates a score indicating textual likelihood.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964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Next Steps: Analyzing Perplexity Scores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5414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36966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732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Set thresholds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22243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 cutoff scores for classification.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713803" y="365414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9" name="Text 6"/>
          <p:cNvSpPr/>
          <p:nvPr/>
        </p:nvSpPr>
        <p:spPr>
          <a:xfrm>
            <a:off x="4798874" y="36966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50919" y="3732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Classify texts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50919" y="422243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Differentiate AI-generated vs human-written content.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4018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544437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4797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Evaluate results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97015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accuracy and analyze limitations.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269</Words>
  <Application>Microsoft Office PowerPoint</Application>
  <PresentationFormat>Custom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DM Sans Medium</vt:lpstr>
      <vt:lpstr>Inter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akanksha dwivedi</cp:lastModifiedBy>
  <cp:revision>2</cp:revision>
  <dcterms:created xsi:type="dcterms:W3CDTF">2025-05-21T13:14:49Z</dcterms:created>
  <dcterms:modified xsi:type="dcterms:W3CDTF">2025-05-26T17:17:32Z</dcterms:modified>
</cp:coreProperties>
</file>