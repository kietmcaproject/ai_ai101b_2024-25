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90288"/>
            <a:ext cx="3319272" cy="1865376"/>
          </a:xfrm>
        </p:spPr>
        <p:txBody>
          <a:bodyPr>
            <a:normAutofit/>
          </a:bodyPr>
          <a:lstStyle/>
          <a:p>
            <a:r>
              <a:rPr lang="en-US" sz="1800" b="1" dirty="0" err="1" smtClean="0">
                <a:solidFill>
                  <a:schemeClr val="tx1"/>
                </a:solidFill>
              </a:rPr>
              <a:t>Anik</a:t>
            </a:r>
            <a:r>
              <a:rPr lang="en-US" sz="1800" b="1" dirty="0" smtClean="0">
                <a:solidFill>
                  <a:schemeClr val="tx1"/>
                </a:solidFill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Kushwaha</a:t>
            </a:r>
            <a:r>
              <a:rPr lang="en-US" sz="1800" b="1" dirty="0" smtClean="0">
                <a:solidFill>
                  <a:schemeClr val="tx1"/>
                </a:solidFill>
              </a:rPr>
              <a:t>, (202410116100026</a:t>
            </a:r>
            <a:r>
              <a:rPr lang="en-US" sz="1800" b="1" dirty="0" smtClean="0">
                <a:solidFill>
                  <a:schemeClr val="tx1"/>
                </a:solidFill>
              </a:rPr>
              <a:t>) </a:t>
            </a:r>
          </a:p>
          <a:p>
            <a:r>
              <a:rPr lang="en-US" sz="1800" b="1" dirty="0" err="1" smtClean="0">
                <a:solidFill>
                  <a:schemeClr val="tx1"/>
                </a:solidFill>
              </a:rPr>
              <a:t>Ankit</a:t>
            </a:r>
            <a:r>
              <a:rPr lang="en-US" sz="1800" b="1" dirty="0" smtClean="0">
                <a:solidFill>
                  <a:schemeClr val="tx1"/>
                </a:solidFill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</a:rPr>
              <a:t>Kumar, (202410116100027) </a:t>
            </a:r>
            <a:endParaRPr lang="en-US" sz="1800" b="1" dirty="0" smtClean="0">
              <a:solidFill>
                <a:schemeClr val="tx1"/>
              </a:solidFill>
            </a:endParaRPr>
          </a:p>
          <a:p>
            <a:r>
              <a:rPr lang="en-US" sz="1800" b="1" dirty="0" smtClean="0">
                <a:solidFill>
                  <a:schemeClr val="tx1"/>
                </a:solidFill>
              </a:rPr>
              <a:t>Bobby </a:t>
            </a:r>
            <a:r>
              <a:rPr lang="en-US" sz="1800" b="1" dirty="0" err="1" smtClean="0">
                <a:solidFill>
                  <a:schemeClr val="tx1"/>
                </a:solidFill>
              </a:rPr>
              <a:t>Karnik</a:t>
            </a:r>
            <a:r>
              <a:rPr lang="en-US" sz="1800" b="1" dirty="0" smtClean="0">
                <a:solidFill>
                  <a:schemeClr val="tx1"/>
                </a:solidFill>
              </a:rPr>
              <a:t>, (202410116100051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2798064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Artificial </a:t>
            </a:r>
            <a:r>
              <a:rPr lang="en-US" sz="2800" b="1" dirty="0" smtClean="0"/>
              <a:t>intelligence (AI101B) </a:t>
            </a:r>
            <a:br>
              <a:rPr lang="en-US" sz="2800" b="1" dirty="0" smtClean="0"/>
            </a:br>
            <a:r>
              <a:rPr lang="en-US" sz="2800" b="1" dirty="0" smtClean="0"/>
              <a:t>Even Semester Session 2024-25 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Sentiment </a:t>
            </a:r>
            <a:r>
              <a:rPr lang="en-US" sz="2800" b="1" dirty="0" smtClean="0"/>
              <a:t>analysis of twitter data analysis by using transformer, classification, data cleaning , logistics </a:t>
            </a:r>
            <a:r>
              <a:rPr lang="en-US" sz="2800" b="1" dirty="0" smtClean="0"/>
              <a:t>regression</a:t>
            </a:r>
            <a:br>
              <a:rPr lang="en-US" sz="2800" b="1" dirty="0" smtClean="0"/>
            </a:br>
            <a:endParaRPr lang="en-US" sz="2700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012"/>
            <a:ext cx="9144000" cy="15971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97296" y="4727448"/>
            <a:ext cx="28620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Project Supervisor: Mr. </a:t>
            </a:r>
            <a:r>
              <a:rPr lang="en-US" sz="2000" b="1" dirty="0" err="1" smtClean="0"/>
              <a:t>Apoorv</a:t>
            </a:r>
            <a:r>
              <a:rPr lang="en-US" sz="2000" b="1" dirty="0" smtClean="0"/>
              <a:t> Jain </a:t>
            </a:r>
            <a:endParaRPr lang="en-US" sz="2000" b="1" dirty="0" smtClean="0"/>
          </a:p>
          <a:p>
            <a:r>
              <a:rPr lang="en-US" sz="2000" b="1" dirty="0" smtClean="0"/>
              <a:t>ASST </a:t>
            </a:r>
            <a:r>
              <a:rPr lang="en-US" sz="2000" b="1" dirty="0" smtClean="0"/>
              <a:t>. PROFESSOR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Using NLP, Logistic Regression, and Transformers</a:t>
            </a:r>
          </a:p>
          <a:p>
            <a:r>
              <a:t>Presented by: [Your Name]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Sentiment Analysis of Twitter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Sentiment analysis helps understand opinions in tweets.</a:t>
            </a:r>
          </a:p>
          <a:p>
            <a:r>
              <a:t>• Used in marketing, politics, and customer feedback.</a:t>
            </a:r>
          </a:p>
          <a:p>
            <a:r>
              <a:t>• Objective: Compare Logistic Regression (classic NLP) vs. Transformers (modern NLP).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Twitter dataset with labeled sentiments (Positive, Negative, Neutral).</a:t>
            </a:r>
          </a:p>
          <a:p>
            <a:r>
              <a:t>• Preprocessing:</a:t>
            </a:r>
          </a:p>
          <a:p>
            <a:r>
              <a:t>   - Lowercase, Remove stopwords, Punctuation</a:t>
            </a:r>
          </a:p>
          <a:p>
            <a:r>
              <a:t>   - Tokenization, Lemmatization/Stemming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Logistic Regression:</a:t>
            </a:r>
          </a:p>
          <a:p>
            <a:r>
              <a:t>   - Trained on TF-IDF features</a:t>
            </a:r>
          </a:p>
          <a:p>
            <a:r>
              <a:t>   - Simple and interpretable</a:t>
            </a:r>
          </a:p>
          <a:p>
            <a:endParaRPr/>
          </a:p>
          <a:p>
            <a:r>
              <a:t>• Transformer (e.g., BERT):</a:t>
            </a:r>
          </a:p>
          <a:p>
            <a:r>
              <a:t>   - Pretrained deep learning model</a:t>
            </a:r>
          </a:p>
          <a:p>
            <a:r>
              <a:t>   - Understands context better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Logistic Regression Accuracy: ~82%</a:t>
            </a:r>
          </a:p>
          <a:p>
            <a:r>
              <a:t>• BERT Accuracy: ~90%</a:t>
            </a:r>
          </a:p>
          <a:p>
            <a:r>
              <a:t>• Transformers outperform traditional models.</a:t>
            </a:r>
          </a:p>
          <a:p>
            <a:r>
              <a:t>• Better contextual understanding and handling of language nuances.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Logistic Regression is a good baseline for sentiment analysis.</a:t>
            </a:r>
          </a:p>
          <a:p>
            <a:r>
              <a:t>• Transformers offer improved performance.</a:t>
            </a:r>
          </a:p>
          <a:p>
            <a:r>
              <a:t>• Future Work:</a:t>
            </a:r>
          </a:p>
          <a:p>
            <a:r>
              <a:t>   - Real-time sentiment analysis</a:t>
            </a:r>
          </a:p>
          <a:p>
            <a:r>
              <a:t>   - Better handling of sarcasm, slang</a:t>
            </a:r>
          </a:p>
          <a:p>
            <a:r>
              <a:t>   - Deploy as web app or dashboard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</TotalTime>
  <Words>234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Civic</vt:lpstr>
      <vt:lpstr> Artificial intelligence (AI101B)  Even Semester Session 2024-25   Sentiment analysis of twitter data analysis by using transformer, classification, data cleaning , logistics regression </vt:lpstr>
      <vt:lpstr>Sentiment Analysis of Twitter Data</vt:lpstr>
      <vt:lpstr>Introduction &amp; Objective</vt:lpstr>
      <vt:lpstr>Data &amp; Preprocessing</vt:lpstr>
      <vt:lpstr>Models Used</vt:lpstr>
      <vt:lpstr>Results &amp; Comparison</vt:lpstr>
      <vt:lpstr>Conclusion &amp; Future Scope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Artificial intelligence (AI101B)  Even Semester Session 2024-25   Sentiment analysis of twitter data analysis by using transformer, classification, data cleaning , logistics regression </dc:title>
  <dc:creator>pc</dc:creator>
  <dc:description>generated using python-pptx</dc:description>
  <cp:lastModifiedBy>pc</cp:lastModifiedBy>
  <cp:revision>2</cp:revision>
  <dcterms:created xsi:type="dcterms:W3CDTF">2013-01-27T09:14:16Z</dcterms:created>
  <dcterms:modified xsi:type="dcterms:W3CDTF">2025-05-27T04:34:00Z</dcterms:modified>
</cp:coreProperties>
</file>