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62" r:id="rId1"/>
    <p:sldMasterId id="2147483684" r:id="rId2"/>
  </p:sldMasterIdLst>
  <p:notesMasterIdLst>
    <p:notesMasterId r:id="rId15"/>
  </p:notesMasterIdLst>
  <p:sldIdLst>
    <p:sldId id="266" r:id="rId3"/>
    <p:sldId id="267" r:id="rId4"/>
    <p:sldId id="280" r:id="rId5"/>
    <p:sldId id="268" r:id="rId6"/>
    <p:sldId id="257" r:id="rId7"/>
    <p:sldId id="258" r:id="rId8"/>
    <p:sldId id="260" r:id="rId9"/>
    <p:sldId id="262" r:id="rId10"/>
    <p:sldId id="264" r:id="rId11"/>
    <p:sldId id="284" r:id="rId12"/>
    <p:sldId id="283" r:id="rId13"/>
    <p:sldId id="279" r:id="rId14"/>
  </p:sldIdLst>
  <p:sldSz cx="14630400" cy="8229600"/>
  <p:notesSz cx="8229600" cy="14630400"/>
  <p:embeddedFontLst>
    <p:embeddedFont>
      <p:font typeface="Platypi Medium" panose="020B0604020202020204" charset="0"/>
      <p:regular r:id="rId16"/>
    </p:embeddedFont>
    <p:embeddedFont>
      <p:font typeface="Source Serif Pro" panose="02040603050405020204" pitchFamily="18" charset="0"/>
      <p:regular r:id="rId17"/>
      <p:bold r:id="rId18"/>
      <p:italic r:id="rId19"/>
      <p:boldItalic r:id="rId20"/>
    </p:embeddedFont>
    <p:embeddedFont>
      <p:font typeface="Tahoma" panose="020B0604030504040204" pitchFamily="34" charset="0"/>
      <p:regular r:id="rId21"/>
      <p:bold r:id="rId22"/>
    </p:embeddedFont>
    <p:embeddedFont>
      <p:font typeface="Tw Cen MT" panose="020B0602020104020603" pitchFamily="34" charset="0"/>
      <p:regular r:id="rId23"/>
      <p:bold r:id="rId24"/>
      <p:italic r:id="rId25"/>
      <p:boldItalic r:id="rId26"/>
    </p:embeddedFont>
    <p:embeddedFont>
      <p:font typeface="Tw Cen MT Condensed" panose="020B0606020104020203" pitchFamily="34" charset="0"/>
      <p:regular r:id="rId27"/>
      <p:bold r:id="rId2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38" d="100"/>
          <a:sy n="38" d="100"/>
        </p:scale>
        <p:origin x="77" y="93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slide" Target="slides/slide1.xml"/><Relationship Id="rId21" Type="http://schemas.openxmlformats.org/officeDocument/2006/relationships/font" Target="fonts/font6.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9.fntdata"/><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notesMaster" Target="notesMasters/notesMaster1.xml"/><Relationship Id="rId23" Type="http://schemas.openxmlformats.org/officeDocument/2006/relationships/font" Target="fonts/font8.fntdata"/><Relationship Id="rId28" Type="http://schemas.openxmlformats.org/officeDocument/2006/relationships/font" Target="fonts/font13.fntdata"/><Relationship Id="rId10" Type="http://schemas.openxmlformats.org/officeDocument/2006/relationships/slide" Target="slides/slide8.xml"/><Relationship Id="rId19" Type="http://schemas.openxmlformats.org/officeDocument/2006/relationships/font" Target="fonts/font4.fntdata"/><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7.fntdata"/><Relationship Id="rId27" Type="http://schemas.openxmlformats.org/officeDocument/2006/relationships/font" Target="fonts/font12.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3470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Font Styles: Times New Roman + Font Size: 25</a:t>
            </a:r>
            <a:endParaRPr lang="en-IN" sz="1200" b="1" dirty="0"/>
          </a:p>
        </p:txBody>
      </p:sp>
      <p:sp>
        <p:nvSpPr>
          <p:cNvPr id="4" name="Slide Number Placeholder 3"/>
          <p:cNvSpPr>
            <a:spLocks noGrp="1"/>
          </p:cNvSpPr>
          <p:nvPr>
            <p:ph type="sldNum" sz="quarter" idx="5"/>
          </p:nvPr>
        </p:nvSpPr>
        <p:spPr/>
        <p:txBody>
          <a:bodyPr/>
          <a:lstStyle/>
          <a:p>
            <a:fld id="{7919DA09-95EA-445C-8C87-C274365D506A}" type="slidenum">
              <a:rPr lang="en-IN" smtClean="0"/>
              <a:t>2</a:t>
            </a:fld>
            <a:endParaRPr lang="en-IN"/>
          </a:p>
        </p:txBody>
      </p:sp>
    </p:spTree>
    <p:extLst>
      <p:ext uri="{BB962C8B-B14F-4D97-AF65-F5344CB8AC3E}">
        <p14:creationId xmlns:p14="http://schemas.microsoft.com/office/powerpoint/2010/main" val="11624185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6BE56-EE12-A068-7411-268FC106A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120719-7949-65F4-8567-807B824705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093F43-CD27-67E6-F270-891B76509BC5}"/>
              </a:ext>
            </a:extLst>
          </p:cNvPr>
          <p:cNvSpPr>
            <a:spLocks noGrp="1"/>
          </p:cNvSpPr>
          <p:nvPr>
            <p:ph type="body" idx="1"/>
          </p:nvPr>
        </p:nvSpPr>
        <p:spPr/>
        <p:txBody>
          <a:bodyPr/>
          <a:lstStyle/>
          <a:p>
            <a:r>
              <a:rPr lang="en-US" sz="1200" b="1" dirty="0"/>
              <a:t>Font Styles: Times New Roman + Font Size: 25</a:t>
            </a:r>
            <a:endParaRPr lang="en-IN" sz="1200" b="1" dirty="0"/>
          </a:p>
        </p:txBody>
      </p:sp>
      <p:sp>
        <p:nvSpPr>
          <p:cNvPr id="4" name="Slide Number Placeholder 3">
            <a:extLst>
              <a:ext uri="{FF2B5EF4-FFF2-40B4-BE49-F238E27FC236}">
                <a16:creationId xmlns:a16="http://schemas.microsoft.com/office/drawing/2014/main" id="{E7549705-963A-05A0-9B13-88F583F8A0CD}"/>
              </a:ext>
            </a:extLst>
          </p:cNvPr>
          <p:cNvSpPr>
            <a:spLocks noGrp="1"/>
          </p:cNvSpPr>
          <p:nvPr>
            <p:ph type="sldNum" sz="quarter" idx="5"/>
          </p:nvPr>
        </p:nvSpPr>
        <p:spPr/>
        <p:txBody>
          <a:bodyPr/>
          <a:lstStyle/>
          <a:p>
            <a:fld id="{7919DA09-95EA-445C-8C87-C274365D506A}" type="slidenum">
              <a:rPr lang="en-IN" smtClean="0"/>
              <a:t>4</a:t>
            </a:fld>
            <a:endParaRPr lang="en-IN"/>
          </a:p>
        </p:txBody>
      </p:sp>
    </p:spTree>
    <p:extLst>
      <p:ext uri="{BB962C8B-B14F-4D97-AF65-F5344CB8AC3E}">
        <p14:creationId xmlns:p14="http://schemas.microsoft.com/office/powerpoint/2010/main" val="36401497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E67-3BFC-BDEF-8A87-69915E028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C607F-B2C3-67D4-ECF1-8B50363CFC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665FB2-1C9D-4050-EC01-3E3199597CB5}"/>
              </a:ext>
            </a:extLst>
          </p:cNvPr>
          <p:cNvSpPr>
            <a:spLocks noGrp="1"/>
          </p:cNvSpPr>
          <p:nvPr>
            <p:ph type="body" idx="1"/>
          </p:nvPr>
        </p:nvSpPr>
        <p:spPr/>
        <p:txBody>
          <a:bodyPr/>
          <a:lstStyle/>
          <a:p>
            <a:r>
              <a:rPr lang="en-US" sz="1200" b="1" dirty="0"/>
              <a:t>Font Styles: Times New Roman + Font Size: 25</a:t>
            </a:r>
            <a:endParaRPr lang="en-IN" sz="1200" b="1" dirty="0"/>
          </a:p>
        </p:txBody>
      </p:sp>
      <p:sp>
        <p:nvSpPr>
          <p:cNvPr id="4" name="Slide Number Placeholder 3">
            <a:extLst>
              <a:ext uri="{FF2B5EF4-FFF2-40B4-BE49-F238E27FC236}">
                <a16:creationId xmlns:a16="http://schemas.microsoft.com/office/drawing/2014/main" id="{F26BA3AD-C1FB-EA75-B7B4-E8A6244F1F42}"/>
              </a:ext>
            </a:extLst>
          </p:cNvPr>
          <p:cNvSpPr>
            <a:spLocks noGrp="1"/>
          </p:cNvSpPr>
          <p:nvPr>
            <p:ph type="sldNum" sz="quarter" idx="5"/>
          </p:nvPr>
        </p:nvSpPr>
        <p:spPr/>
        <p:txBody>
          <a:bodyPr/>
          <a:lstStyle/>
          <a:p>
            <a:fld id="{7919DA09-95EA-445C-8C87-C274365D506A}" type="slidenum">
              <a:rPr lang="en-IN" smtClean="0"/>
              <a:t>10</a:t>
            </a:fld>
            <a:endParaRPr lang="en-IN"/>
          </a:p>
        </p:txBody>
      </p:sp>
    </p:spTree>
    <p:extLst>
      <p:ext uri="{BB962C8B-B14F-4D97-AF65-F5344CB8AC3E}">
        <p14:creationId xmlns:p14="http://schemas.microsoft.com/office/powerpoint/2010/main" val="30090009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811" y="7680960"/>
            <a:ext cx="1462659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9" y="7601179"/>
            <a:ext cx="14626590" cy="768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316736" y="910742"/>
            <a:ext cx="12070080" cy="4279392"/>
          </a:xfrm>
        </p:spPr>
        <p:txBody>
          <a:bodyPr anchor="b">
            <a:normAutofit/>
          </a:bodyPr>
          <a:lstStyle>
            <a:lvl1pPr algn="l">
              <a:lnSpc>
                <a:spcPct val="85000"/>
              </a:lnSpc>
              <a:defRPr sz="9600" spc="-6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320061" y="5346744"/>
            <a:ext cx="12070080" cy="1371600"/>
          </a:xfrm>
        </p:spPr>
        <p:txBody>
          <a:bodyPr lIns="91440" rIns="91440">
            <a:normAutofit/>
          </a:bodyPr>
          <a:lstStyle>
            <a:lvl1pPr marL="0" indent="0" algn="l">
              <a:buNone/>
              <a:defRPr sz="2880" cap="all" spc="240" baseline="0">
                <a:solidFill>
                  <a:schemeClr val="tx2"/>
                </a:solidFill>
                <a:latin typeface="+mj-lt"/>
              </a:defRPr>
            </a:lvl1pPr>
            <a:lvl2pPr marL="548640" indent="0" algn="ctr">
              <a:buNone/>
              <a:defRPr sz="2880"/>
            </a:lvl2pPr>
            <a:lvl3pPr marL="1097280" indent="0" algn="ctr">
              <a:buNone/>
              <a:defRPr sz="2880"/>
            </a:lvl3pPr>
            <a:lvl4pPr marL="1645920" indent="0" algn="ctr">
              <a:buNone/>
              <a:defRPr sz="2400"/>
            </a:lvl4pPr>
            <a:lvl5pPr marL="2194560" indent="0" algn="ctr">
              <a:buNone/>
              <a:defRPr sz="2400"/>
            </a:lvl5pPr>
            <a:lvl6pPr marL="2743200" indent="0" algn="ctr">
              <a:buNone/>
              <a:defRPr sz="2400"/>
            </a:lvl6pPr>
            <a:lvl7pPr marL="3291840" indent="0" algn="ctr">
              <a:buNone/>
              <a:defRPr sz="2400"/>
            </a:lvl7pPr>
            <a:lvl8pPr marL="3840480" indent="0" algn="ctr">
              <a:buNone/>
              <a:defRPr sz="2400"/>
            </a:lvl8pPr>
            <a:lvl9pPr marL="438912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CD0576A-07DB-3B46-AC99-97A70AE23956}" type="datetimeFigureOut">
              <a:rPr lang="en-US" smtClean="0"/>
              <a:t>5/27/2025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5EAFB7-D942-8C40-850B-F7A53EC532FC}" type="slidenum">
              <a:rPr lang="en-US" smtClean="0"/>
              <a:t>‹#›</a:t>
            </a:fld>
            <a:endParaRPr lang="en-US"/>
          </a:p>
        </p:txBody>
      </p:sp>
      <p:cxnSp>
        <p:nvCxnSpPr>
          <p:cNvPr id="9" name="Straight Connector 8"/>
          <p:cNvCxnSpPr/>
          <p:nvPr/>
        </p:nvCxnSpPr>
        <p:spPr>
          <a:xfrm>
            <a:off x="1449190" y="5212080"/>
            <a:ext cx="11850624"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75102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D0576A-07DB-3B46-AC99-97A70AE23956}" type="datetimeFigureOut">
              <a:rPr lang="en-US" smtClean="0"/>
              <a:t>5/27/2025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5EAFB7-D942-8C40-850B-F7A53EC532FC}" type="slidenum">
              <a:rPr lang="en-US" smtClean="0"/>
              <a:t>‹#›</a:t>
            </a:fld>
            <a:endParaRPr lang="en-US"/>
          </a:p>
        </p:txBody>
      </p:sp>
    </p:spTree>
    <p:extLst>
      <p:ext uri="{BB962C8B-B14F-4D97-AF65-F5344CB8AC3E}">
        <p14:creationId xmlns:p14="http://schemas.microsoft.com/office/powerpoint/2010/main" val="42352539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811" y="7680960"/>
            <a:ext cx="1462659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9" y="7601179"/>
            <a:ext cx="14626590" cy="768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316736" y="910742"/>
            <a:ext cx="12070080" cy="4279392"/>
          </a:xfrm>
        </p:spPr>
        <p:txBody>
          <a:bodyPr anchor="b" anchorCtr="0">
            <a:normAutofit/>
          </a:bodyPr>
          <a:lstStyle>
            <a:lvl1pPr>
              <a:lnSpc>
                <a:spcPct val="85000"/>
              </a:lnSpc>
              <a:defRPr sz="96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16736" y="5343754"/>
            <a:ext cx="12070080" cy="1371600"/>
          </a:xfrm>
        </p:spPr>
        <p:txBody>
          <a:bodyPr lIns="91440" rIns="91440" anchor="t" anchorCtr="0">
            <a:normAutofit/>
          </a:bodyPr>
          <a:lstStyle>
            <a:lvl1pPr marL="0" indent="0">
              <a:buNone/>
              <a:defRPr sz="2880" cap="all" spc="240" baseline="0">
                <a:solidFill>
                  <a:schemeClr val="tx2"/>
                </a:solidFill>
                <a:latin typeface="+mj-lt"/>
              </a:defRPr>
            </a:lvl1pPr>
            <a:lvl2pPr marL="548640" indent="0">
              <a:buNone/>
              <a:defRPr sz="2160">
                <a:solidFill>
                  <a:schemeClr val="tx1">
                    <a:tint val="75000"/>
                  </a:schemeClr>
                </a:solidFill>
              </a:defRPr>
            </a:lvl2pPr>
            <a:lvl3pPr marL="1097280" indent="0">
              <a:buNone/>
              <a:defRPr sz="1920">
                <a:solidFill>
                  <a:schemeClr val="tx1">
                    <a:tint val="75000"/>
                  </a:schemeClr>
                </a:solidFill>
              </a:defRPr>
            </a:lvl3pPr>
            <a:lvl4pPr marL="1645920" indent="0">
              <a:buNone/>
              <a:defRPr sz="1680">
                <a:solidFill>
                  <a:schemeClr val="tx1">
                    <a:tint val="75000"/>
                  </a:schemeClr>
                </a:solidFill>
              </a:defRPr>
            </a:lvl4pPr>
            <a:lvl5pPr marL="2194560" indent="0">
              <a:buNone/>
              <a:defRPr sz="1680">
                <a:solidFill>
                  <a:schemeClr val="tx1">
                    <a:tint val="75000"/>
                  </a:schemeClr>
                </a:solidFill>
              </a:defRPr>
            </a:lvl5pPr>
            <a:lvl6pPr marL="2743200" indent="0">
              <a:buNone/>
              <a:defRPr sz="1680">
                <a:solidFill>
                  <a:schemeClr val="tx1">
                    <a:tint val="75000"/>
                  </a:schemeClr>
                </a:solidFill>
              </a:defRPr>
            </a:lvl6pPr>
            <a:lvl7pPr marL="3291840" indent="0">
              <a:buNone/>
              <a:defRPr sz="1680">
                <a:solidFill>
                  <a:schemeClr val="tx1">
                    <a:tint val="75000"/>
                  </a:schemeClr>
                </a:solidFill>
              </a:defRPr>
            </a:lvl7pPr>
            <a:lvl8pPr marL="3840480" indent="0">
              <a:buNone/>
              <a:defRPr sz="1680">
                <a:solidFill>
                  <a:schemeClr val="tx1">
                    <a:tint val="75000"/>
                  </a:schemeClr>
                </a:solidFill>
              </a:defRPr>
            </a:lvl8pPr>
            <a:lvl9pPr marL="4389120" indent="0">
              <a:buNone/>
              <a:defRPr sz="16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EBB0C4-6273-4C6E-B9BD-2EDC30F1CD52}" type="datetimeFigureOut">
              <a:rPr lang="en-US" dirty="0"/>
              <a:t>5/27/2025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9" name="Straight Connector 8"/>
          <p:cNvCxnSpPr/>
          <p:nvPr/>
        </p:nvCxnSpPr>
        <p:spPr>
          <a:xfrm>
            <a:off x="1449190" y="5212080"/>
            <a:ext cx="11850624"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1382065"/>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316736" y="343924"/>
            <a:ext cx="12070080" cy="1740908"/>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316735" y="2214881"/>
            <a:ext cx="5925312" cy="4828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461504" y="2214882"/>
            <a:ext cx="5925312" cy="48280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9AB4D41-86C1-4908-B66A-0B50CEB3BF29}" type="datetimeFigureOut">
              <a:rPr lang="en-US" dirty="0"/>
              <a:t>5/27/2025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129923377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316736" y="343924"/>
            <a:ext cx="12070080" cy="1740908"/>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16736" y="2215263"/>
            <a:ext cx="5925312" cy="883538"/>
          </a:xfrm>
        </p:spPr>
        <p:txBody>
          <a:bodyPr lIns="91440" rIns="91440" anchor="ctr">
            <a:normAutofit/>
          </a:bodyPr>
          <a:lstStyle>
            <a:lvl1pPr marL="0" indent="0">
              <a:buNone/>
              <a:defRPr sz="2400" b="0" cap="all" baseline="0">
                <a:solidFill>
                  <a:schemeClr val="tx2"/>
                </a:solidFill>
              </a:defRPr>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4" name="Content Placeholder 3"/>
          <p:cNvSpPr>
            <a:spLocks noGrp="1"/>
          </p:cNvSpPr>
          <p:nvPr>
            <p:ph sz="half" idx="2"/>
          </p:nvPr>
        </p:nvSpPr>
        <p:spPr>
          <a:xfrm>
            <a:off x="1316736" y="3098801"/>
            <a:ext cx="5925312" cy="4053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461504" y="2215263"/>
            <a:ext cx="5925312" cy="883538"/>
          </a:xfrm>
        </p:spPr>
        <p:txBody>
          <a:bodyPr lIns="91440" rIns="91440" anchor="ctr">
            <a:normAutofit/>
          </a:bodyPr>
          <a:lstStyle>
            <a:lvl1pPr marL="0" indent="0">
              <a:buNone/>
              <a:defRPr sz="2400" b="0" cap="all" baseline="0">
                <a:solidFill>
                  <a:schemeClr val="tx2"/>
                </a:solidFill>
              </a:defRPr>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6" name="Content Placeholder 5"/>
          <p:cNvSpPr>
            <a:spLocks noGrp="1"/>
          </p:cNvSpPr>
          <p:nvPr>
            <p:ph sz="quarter" idx="4"/>
          </p:nvPr>
        </p:nvSpPr>
        <p:spPr>
          <a:xfrm>
            <a:off x="7461504" y="3098801"/>
            <a:ext cx="5925312" cy="4053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426E2C-56C1-4E0D-A793-0088A7FDD37E}" type="datetimeFigureOut">
              <a:rPr lang="en-US" dirty="0"/>
              <a:t>5/27/2025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6334966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8C39B41-D8B5-4052-B551-9B5525EAA8B6}" type="datetimeFigureOut">
              <a:rPr lang="en-US" dirty="0"/>
              <a:t>5/27/2025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3654786491"/>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811" y="7680960"/>
            <a:ext cx="1462659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9" y="7601179"/>
            <a:ext cx="14626590" cy="768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4D94136C-8742-45B2-AF27-D93DF72833A9}" type="datetimeFigureOut">
              <a:rPr lang="en-US" dirty="0"/>
              <a:t>5/27/2025</a:t>
            </a:fld>
            <a:endParaRPr lang="en-US"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49814469"/>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20" y="0"/>
            <a:ext cx="4860949" cy="82296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848085" y="0"/>
            <a:ext cx="76810" cy="82296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48640" y="713231"/>
            <a:ext cx="3840480" cy="2743200"/>
          </a:xfrm>
        </p:spPr>
        <p:txBody>
          <a:bodyPr anchor="b">
            <a:normAutofit/>
          </a:bodyPr>
          <a:lstStyle>
            <a:lvl1pPr>
              <a:defRPr sz="43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760720" y="877824"/>
            <a:ext cx="7790688" cy="6309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48640" y="3511296"/>
            <a:ext cx="3840480" cy="4054949"/>
          </a:xfrm>
        </p:spPr>
        <p:txBody>
          <a:bodyPr lIns="91440" rIns="91440">
            <a:normAutofit/>
          </a:bodyPr>
          <a:lstStyle>
            <a:lvl1pPr marL="0" indent="0">
              <a:buNone/>
              <a:defRPr sz="1800">
                <a:solidFill>
                  <a:srgbClr val="FFFFFF"/>
                </a:solidFill>
              </a:defRPr>
            </a:lvl1pPr>
            <a:lvl2pPr marL="548640" indent="0">
              <a:buNone/>
              <a:defRPr sz="1440"/>
            </a:lvl2pPr>
            <a:lvl3pPr marL="1097280" indent="0">
              <a:buNone/>
              <a:defRPr sz="1200"/>
            </a:lvl3pPr>
            <a:lvl4pPr marL="1645920" indent="0">
              <a:buNone/>
              <a:defRPr sz="1080"/>
            </a:lvl4pPr>
            <a:lvl5pPr marL="2194560" indent="0">
              <a:buNone/>
              <a:defRPr sz="1080"/>
            </a:lvl5pPr>
            <a:lvl6pPr marL="2743200" indent="0">
              <a:buNone/>
              <a:defRPr sz="1080"/>
            </a:lvl6pPr>
            <a:lvl7pPr marL="3291840" indent="0">
              <a:buNone/>
              <a:defRPr sz="1080"/>
            </a:lvl7pPr>
            <a:lvl8pPr marL="3840480" indent="0">
              <a:buNone/>
              <a:defRPr sz="1080"/>
            </a:lvl8pPr>
            <a:lvl9pPr marL="4389120" indent="0">
              <a:buNone/>
              <a:defRPr sz="1080"/>
            </a:lvl9pPr>
          </a:lstStyle>
          <a:p>
            <a:pPr lvl="0"/>
            <a:r>
              <a:rPr lang="en-US"/>
              <a:t>Click to edit Master text styles</a:t>
            </a:r>
          </a:p>
        </p:txBody>
      </p:sp>
      <p:sp>
        <p:nvSpPr>
          <p:cNvPr id="5" name="Date Placeholder 4"/>
          <p:cNvSpPr>
            <a:spLocks noGrp="1"/>
          </p:cNvSpPr>
          <p:nvPr>
            <p:ph type="dt" sz="half" idx="10"/>
          </p:nvPr>
        </p:nvSpPr>
        <p:spPr>
          <a:xfrm>
            <a:off x="558614" y="7751743"/>
            <a:ext cx="3142212" cy="438150"/>
          </a:xfrm>
        </p:spPr>
        <p:txBody>
          <a:bodyPr/>
          <a:lstStyle>
            <a:lvl1pPr algn="l">
              <a:defRPr/>
            </a:lvl1pPr>
          </a:lstStyle>
          <a:p>
            <a:fld id="{32ABBEA6-7C60-4B02-AE87-00D78D8422AF}" type="datetimeFigureOut">
              <a:rPr lang="en-US" dirty="0"/>
              <a:t>5/27/2025</a:t>
            </a:fld>
            <a:endParaRPr lang="en-US" dirty="0"/>
          </a:p>
        </p:txBody>
      </p:sp>
      <p:sp>
        <p:nvSpPr>
          <p:cNvPr id="6" name="Footer Placeholder 5"/>
          <p:cNvSpPr>
            <a:spLocks noGrp="1"/>
          </p:cNvSpPr>
          <p:nvPr>
            <p:ph type="ftr" sz="quarter" idx="11"/>
          </p:nvPr>
        </p:nvSpPr>
        <p:spPr>
          <a:xfrm>
            <a:off x="5760720" y="7751743"/>
            <a:ext cx="5577840" cy="438150"/>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26435388"/>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1" y="5943600"/>
            <a:ext cx="1462659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9" y="5898091"/>
            <a:ext cx="14626590" cy="768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316736" y="6089904"/>
            <a:ext cx="12135917" cy="987552"/>
          </a:xfrm>
        </p:spPr>
        <p:txBody>
          <a:bodyPr lIns="91440" tIns="0" rIns="91440" bIns="0" anchor="b">
            <a:noAutofit/>
          </a:bodyPr>
          <a:lstStyle>
            <a:lvl1pPr>
              <a:defRPr sz="432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9" y="0"/>
            <a:ext cx="14630382" cy="5898091"/>
          </a:xfrm>
          <a:blipFill>
            <a:blip r:embed="rId2"/>
            <a:stretch>
              <a:fillRect/>
            </a:stretch>
          </a:blipFill>
        </p:spPr>
        <p:txBody>
          <a:bodyPr lIns="457200" tIns="457200" anchor="t"/>
          <a:lstStyle>
            <a:lvl1pPr marL="0" indent="0">
              <a:buNone/>
              <a:defRPr sz="3840">
                <a:solidFill>
                  <a:schemeClr val="bg1"/>
                </a:solidFill>
              </a:defRPr>
            </a:lvl1pPr>
            <a:lvl2pPr marL="548640" indent="0">
              <a:buNone/>
              <a:defRPr sz="3360"/>
            </a:lvl2pPr>
            <a:lvl3pPr marL="1097280" indent="0">
              <a:buNone/>
              <a:defRPr sz="2880"/>
            </a:lvl3pPr>
            <a:lvl4pPr marL="1645920" indent="0">
              <a:buNone/>
              <a:defRPr sz="2400"/>
            </a:lvl4pPr>
            <a:lvl5pPr marL="2194560" indent="0">
              <a:buNone/>
              <a:defRPr sz="2400"/>
            </a:lvl5pPr>
            <a:lvl6pPr marL="2743200" indent="0">
              <a:buNone/>
              <a:defRPr sz="2400"/>
            </a:lvl6pPr>
            <a:lvl7pPr marL="3291840" indent="0">
              <a:buNone/>
              <a:defRPr sz="2400"/>
            </a:lvl7pPr>
            <a:lvl8pPr marL="3840480" indent="0">
              <a:buNone/>
              <a:defRPr sz="2400"/>
            </a:lvl8pPr>
            <a:lvl9pPr marL="4389120" indent="0">
              <a:buNone/>
              <a:defRPr sz="2400"/>
            </a:lvl9pPr>
          </a:lstStyle>
          <a:p>
            <a:r>
              <a:rPr lang="en-US"/>
              <a:t>Click icon to add picture</a:t>
            </a:r>
            <a:endParaRPr lang="en-US" dirty="0"/>
          </a:p>
        </p:txBody>
      </p:sp>
      <p:sp>
        <p:nvSpPr>
          <p:cNvPr id="4" name="Text Placeholder 3"/>
          <p:cNvSpPr>
            <a:spLocks noGrp="1"/>
          </p:cNvSpPr>
          <p:nvPr>
            <p:ph type="body" sz="half" idx="2"/>
          </p:nvPr>
        </p:nvSpPr>
        <p:spPr>
          <a:xfrm>
            <a:off x="1316736" y="7088428"/>
            <a:ext cx="12135917" cy="713232"/>
          </a:xfrm>
        </p:spPr>
        <p:txBody>
          <a:bodyPr lIns="91440" tIns="0" rIns="91440" bIns="0">
            <a:normAutofit/>
          </a:bodyPr>
          <a:lstStyle>
            <a:lvl1pPr marL="0" indent="0">
              <a:spcBef>
                <a:spcPts val="0"/>
              </a:spcBef>
              <a:spcAft>
                <a:spcPts val="720"/>
              </a:spcAft>
              <a:buNone/>
              <a:defRPr sz="1800">
                <a:solidFill>
                  <a:srgbClr val="FFFFFF"/>
                </a:solidFill>
              </a:defRPr>
            </a:lvl1pPr>
            <a:lvl2pPr marL="548640" indent="0">
              <a:buNone/>
              <a:defRPr sz="1440"/>
            </a:lvl2pPr>
            <a:lvl3pPr marL="1097280" indent="0">
              <a:buNone/>
              <a:defRPr sz="1200"/>
            </a:lvl3pPr>
            <a:lvl4pPr marL="1645920" indent="0">
              <a:buNone/>
              <a:defRPr sz="1080"/>
            </a:lvl4pPr>
            <a:lvl5pPr marL="2194560" indent="0">
              <a:buNone/>
              <a:defRPr sz="1080"/>
            </a:lvl5pPr>
            <a:lvl6pPr marL="2743200" indent="0">
              <a:buNone/>
              <a:defRPr sz="1080"/>
            </a:lvl6pPr>
            <a:lvl7pPr marL="3291840" indent="0">
              <a:buNone/>
              <a:defRPr sz="1080"/>
            </a:lvl7pPr>
            <a:lvl8pPr marL="3840480" indent="0">
              <a:buNone/>
              <a:defRPr sz="1080"/>
            </a:lvl8pPr>
            <a:lvl9pPr marL="4389120" indent="0">
              <a:buNone/>
              <a:defRPr sz="1080"/>
            </a:lvl9pPr>
          </a:lstStyle>
          <a:p>
            <a:pPr lvl="0"/>
            <a:r>
              <a:rPr lang="en-US"/>
              <a:t>Click to edit Master text styles</a:t>
            </a:r>
          </a:p>
        </p:txBody>
      </p:sp>
      <p:sp>
        <p:nvSpPr>
          <p:cNvPr id="5" name="Date Placeholder 4"/>
          <p:cNvSpPr>
            <a:spLocks noGrp="1"/>
          </p:cNvSpPr>
          <p:nvPr>
            <p:ph type="dt" sz="half" idx="10"/>
          </p:nvPr>
        </p:nvSpPr>
        <p:spPr/>
        <p:txBody>
          <a:bodyPr/>
          <a:lstStyle/>
          <a:p>
            <a:fld id="{C9CAD897-D46E-4AD2-BD9B-49DD3E640873}" type="datetimeFigureOut">
              <a:rPr lang="en-US" dirty="0"/>
              <a:t>5/27/2025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1592294871"/>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2D6473-DF6D-4702-B328-E0DD40540A4E}" type="datetimeFigureOut">
              <a:rPr lang="en-US" dirty="0"/>
              <a:t>5/27/2025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428338804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811" y="7680960"/>
            <a:ext cx="1462659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9" y="7601179"/>
            <a:ext cx="14626590" cy="7681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469880" y="497734"/>
            <a:ext cx="3154680" cy="690890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05840" y="497734"/>
            <a:ext cx="9281160" cy="6908906"/>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26F7E3A-B166-407D-9866-32884E7D5B37}" type="datetimeFigureOut">
              <a:rPr lang="en-US" dirty="0"/>
              <a:t>5/27/2025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811566518"/>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5022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521887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3760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28267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9 mas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565050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549BF-15AD-8D62-47B6-E590C1D45D45}"/>
              </a:ext>
            </a:extLst>
          </p:cNvPr>
          <p:cNvSpPr>
            <a:spLocks noGrp="1"/>
          </p:cNvSpPr>
          <p:nvPr>
            <p:ph type="ctrTitle"/>
          </p:nvPr>
        </p:nvSpPr>
        <p:spPr>
          <a:xfrm>
            <a:off x="1828800" y="1346836"/>
            <a:ext cx="10972800" cy="2865120"/>
          </a:xfrm>
        </p:spPr>
        <p:txBody>
          <a:bodyPr anchor="b"/>
          <a:lstStyle>
            <a:lvl1pPr algn="ctr">
              <a:defRPr sz="7200"/>
            </a:lvl1pPr>
          </a:lstStyle>
          <a:p>
            <a:r>
              <a:rPr lang="en-US"/>
              <a:t>Click to edit Master title style</a:t>
            </a:r>
            <a:endParaRPr lang="en-IN"/>
          </a:p>
        </p:txBody>
      </p:sp>
      <p:sp>
        <p:nvSpPr>
          <p:cNvPr id="3" name="Subtitle 2">
            <a:extLst>
              <a:ext uri="{FF2B5EF4-FFF2-40B4-BE49-F238E27FC236}">
                <a16:creationId xmlns:a16="http://schemas.microsoft.com/office/drawing/2014/main" id="{954A217A-5AE6-BBB2-D1F1-6EA6E2D89EA6}"/>
              </a:ext>
            </a:extLst>
          </p:cNvPr>
          <p:cNvSpPr>
            <a:spLocks noGrp="1"/>
          </p:cNvSpPr>
          <p:nvPr>
            <p:ph type="subTitle" idx="1"/>
          </p:nvPr>
        </p:nvSpPr>
        <p:spPr>
          <a:xfrm>
            <a:off x="1828800" y="4322446"/>
            <a:ext cx="10972800" cy="1986914"/>
          </a:xfrm>
        </p:spPr>
        <p:txBody>
          <a:bodyPr/>
          <a:lstStyle>
            <a:lvl1pPr marL="0" indent="0" algn="ctr">
              <a:buNone/>
              <a:defRPr sz="2880"/>
            </a:lvl1pPr>
            <a:lvl2pPr marL="548640" indent="0" algn="ctr">
              <a:buNone/>
              <a:defRPr sz="2400"/>
            </a:lvl2pPr>
            <a:lvl3pPr marL="1097280" indent="0" algn="ctr">
              <a:buNone/>
              <a:defRPr sz="2160"/>
            </a:lvl3pPr>
            <a:lvl4pPr marL="1645920" indent="0" algn="ctr">
              <a:buNone/>
              <a:defRPr sz="1920"/>
            </a:lvl4pPr>
            <a:lvl5pPr marL="2194560" indent="0" algn="ctr">
              <a:buNone/>
              <a:defRPr sz="1920"/>
            </a:lvl5pPr>
            <a:lvl6pPr marL="2743200" indent="0" algn="ctr">
              <a:buNone/>
              <a:defRPr sz="1920"/>
            </a:lvl6pPr>
            <a:lvl7pPr marL="3291840" indent="0" algn="ctr">
              <a:buNone/>
              <a:defRPr sz="1920"/>
            </a:lvl7pPr>
            <a:lvl8pPr marL="3840480" indent="0" algn="ctr">
              <a:buNone/>
              <a:defRPr sz="1920"/>
            </a:lvl8pPr>
            <a:lvl9pPr marL="4389120" indent="0" algn="ctr">
              <a:buNone/>
              <a:defRPr sz="192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91FA0136-4E7E-FA96-7CCB-B6063809E9A0}"/>
              </a:ext>
            </a:extLst>
          </p:cNvPr>
          <p:cNvSpPr>
            <a:spLocks noGrp="1"/>
          </p:cNvSpPr>
          <p:nvPr>
            <p:ph type="dt" sz="half" idx="10"/>
          </p:nvPr>
        </p:nvSpPr>
        <p:spPr/>
        <p:txBody>
          <a:bodyPr/>
          <a:lstStyle/>
          <a:p>
            <a:fld id="{CCD0576A-07DB-3B46-AC99-97A70AE23956}" type="datetimeFigureOut">
              <a:rPr lang="en-US" smtClean="0"/>
              <a:t>5/27/2025</a:t>
            </a:fld>
            <a:endParaRPr lang="en-US"/>
          </a:p>
        </p:txBody>
      </p:sp>
      <p:sp>
        <p:nvSpPr>
          <p:cNvPr id="5" name="Footer Placeholder 4">
            <a:extLst>
              <a:ext uri="{FF2B5EF4-FFF2-40B4-BE49-F238E27FC236}">
                <a16:creationId xmlns:a16="http://schemas.microsoft.com/office/drawing/2014/main" id="{A639C1EC-AF16-3884-3CDD-9DBBAEC574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B40269-1325-10DD-5A65-D88BB96155FF}"/>
              </a:ext>
            </a:extLst>
          </p:cNvPr>
          <p:cNvSpPr>
            <a:spLocks noGrp="1"/>
          </p:cNvSpPr>
          <p:nvPr>
            <p:ph type="sldNum" sz="quarter" idx="12"/>
          </p:nvPr>
        </p:nvSpPr>
        <p:spPr/>
        <p:txBody>
          <a:bodyPr/>
          <a:lstStyle/>
          <a:p>
            <a:fld id="{485EAFB7-D942-8C40-850B-F7A53EC532FC}" type="slidenum">
              <a:rPr lang="en-US" smtClean="0"/>
              <a:t>‹#›</a:t>
            </a:fld>
            <a:endParaRPr lang="en-US"/>
          </a:p>
        </p:txBody>
      </p:sp>
    </p:spTree>
    <p:extLst>
      <p:ext uri="{BB962C8B-B14F-4D97-AF65-F5344CB8AC3E}">
        <p14:creationId xmlns:p14="http://schemas.microsoft.com/office/powerpoint/2010/main" val="38841153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2AEDB-9ACB-9F78-63D7-6C6288554C1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13D0ACD-9C4C-BE05-A61D-20A863BF481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29085C7-A48B-007B-E4CA-FD892FD50212}"/>
              </a:ext>
            </a:extLst>
          </p:cNvPr>
          <p:cNvSpPr>
            <a:spLocks noGrp="1"/>
          </p:cNvSpPr>
          <p:nvPr>
            <p:ph type="dt" sz="half" idx="10"/>
          </p:nvPr>
        </p:nvSpPr>
        <p:spPr/>
        <p:txBody>
          <a:bodyPr/>
          <a:lstStyle/>
          <a:p>
            <a:fld id="{CCD0576A-07DB-3B46-AC99-97A70AE23956}" type="datetimeFigureOut">
              <a:rPr lang="en-US" smtClean="0"/>
              <a:t>5/27/2025</a:t>
            </a:fld>
            <a:endParaRPr lang="en-US"/>
          </a:p>
        </p:txBody>
      </p:sp>
      <p:sp>
        <p:nvSpPr>
          <p:cNvPr id="5" name="Footer Placeholder 4">
            <a:extLst>
              <a:ext uri="{FF2B5EF4-FFF2-40B4-BE49-F238E27FC236}">
                <a16:creationId xmlns:a16="http://schemas.microsoft.com/office/drawing/2014/main" id="{D5626A23-56EF-1520-3B61-03878A9692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0DC234-E452-D80F-D775-3E838C28CFE5}"/>
              </a:ext>
            </a:extLst>
          </p:cNvPr>
          <p:cNvSpPr>
            <a:spLocks noGrp="1"/>
          </p:cNvSpPr>
          <p:nvPr>
            <p:ph type="sldNum" sz="quarter" idx="12"/>
          </p:nvPr>
        </p:nvSpPr>
        <p:spPr/>
        <p:txBody>
          <a:bodyPr/>
          <a:lstStyle/>
          <a:p>
            <a:fld id="{485EAFB7-D942-8C40-850B-F7A53EC532FC}" type="slidenum">
              <a:rPr lang="en-US" smtClean="0"/>
              <a:t>‹#›</a:t>
            </a:fld>
            <a:endParaRPr lang="en-US"/>
          </a:p>
        </p:txBody>
      </p:sp>
    </p:spTree>
    <p:extLst>
      <p:ext uri="{BB962C8B-B14F-4D97-AF65-F5344CB8AC3E}">
        <p14:creationId xmlns:p14="http://schemas.microsoft.com/office/powerpoint/2010/main" val="219275859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28E52-1C4E-B787-DF98-84E3FDE2114F}"/>
              </a:ext>
            </a:extLst>
          </p:cNvPr>
          <p:cNvSpPr>
            <a:spLocks noGrp="1"/>
          </p:cNvSpPr>
          <p:nvPr>
            <p:ph type="title"/>
          </p:nvPr>
        </p:nvSpPr>
        <p:spPr>
          <a:xfrm>
            <a:off x="998220" y="2051686"/>
            <a:ext cx="12618720" cy="3423284"/>
          </a:xfrm>
        </p:spPr>
        <p:txBody>
          <a:bodyPr anchor="b"/>
          <a:lstStyle>
            <a:lvl1pPr>
              <a:defRPr sz="72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8EEFBD4-CB1B-8A68-496D-BEBD80903AB1}"/>
              </a:ext>
            </a:extLst>
          </p:cNvPr>
          <p:cNvSpPr>
            <a:spLocks noGrp="1"/>
          </p:cNvSpPr>
          <p:nvPr>
            <p:ph type="body" idx="1"/>
          </p:nvPr>
        </p:nvSpPr>
        <p:spPr>
          <a:xfrm>
            <a:off x="998220" y="5507356"/>
            <a:ext cx="12618720" cy="1800224"/>
          </a:xfrm>
        </p:spPr>
        <p:txBody>
          <a:bodyPr/>
          <a:lstStyle>
            <a:lvl1pPr marL="0" indent="0">
              <a:buNone/>
              <a:defRPr sz="2880">
                <a:solidFill>
                  <a:schemeClr val="tx1">
                    <a:tint val="75000"/>
                  </a:schemeClr>
                </a:solidFill>
              </a:defRPr>
            </a:lvl1pPr>
            <a:lvl2pPr marL="548640" indent="0">
              <a:buNone/>
              <a:defRPr sz="2400">
                <a:solidFill>
                  <a:schemeClr val="tx1">
                    <a:tint val="75000"/>
                  </a:schemeClr>
                </a:solidFill>
              </a:defRPr>
            </a:lvl2pPr>
            <a:lvl3pPr marL="1097280" indent="0">
              <a:buNone/>
              <a:defRPr sz="2160">
                <a:solidFill>
                  <a:schemeClr val="tx1">
                    <a:tint val="75000"/>
                  </a:schemeClr>
                </a:solidFill>
              </a:defRPr>
            </a:lvl3pPr>
            <a:lvl4pPr marL="1645920" indent="0">
              <a:buNone/>
              <a:defRPr sz="1920">
                <a:solidFill>
                  <a:schemeClr val="tx1">
                    <a:tint val="75000"/>
                  </a:schemeClr>
                </a:solidFill>
              </a:defRPr>
            </a:lvl4pPr>
            <a:lvl5pPr marL="2194560" indent="0">
              <a:buNone/>
              <a:defRPr sz="1920">
                <a:solidFill>
                  <a:schemeClr val="tx1">
                    <a:tint val="75000"/>
                  </a:schemeClr>
                </a:solidFill>
              </a:defRPr>
            </a:lvl5pPr>
            <a:lvl6pPr marL="2743200" indent="0">
              <a:buNone/>
              <a:defRPr sz="1920">
                <a:solidFill>
                  <a:schemeClr val="tx1">
                    <a:tint val="75000"/>
                  </a:schemeClr>
                </a:solidFill>
              </a:defRPr>
            </a:lvl6pPr>
            <a:lvl7pPr marL="3291840" indent="0">
              <a:buNone/>
              <a:defRPr sz="1920">
                <a:solidFill>
                  <a:schemeClr val="tx1">
                    <a:tint val="75000"/>
                  </a:schemeClr>
                </a:solidFill>
              </a:defRPr>
            </a:lvl7pPr>
            <a:lvl8pPr marL="3840480" indent="0">
              <a:buNone/>
              <a:defRPr sz="1920">
                <a:solidFill>
                  <a:schemeClr val="tx1">
                    <a:tint val="75000"/>
                  </a:schemeClr>
                </a:solidFill>
              </a:defRPr>
            </a:lvl8pPr>
            <a:lvl9pPr marL="4389120" indent="0">
              <a:buNone/>
              <a:defRPr sz="192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F9F02A-4241-0D04-0136-AB1BC0A52D9A}"/>
              </a:ext>
            </a:extLst>
          </p:cNvPr>
          <p:cNvSpPr>
            <a:spLocks noGrp="1"/>
          </p:cNvSpPr>
          <p:nvPr>
            <p:ph type="dt" sz="half" idx="10"/>
          </p:nvPr>
        </p:nvSpPr>
        <p:spPr/>
        <p:txBody>
          <a:bodyPr/>
          <a:lstStyle/>
          <a:p>
            <a:fld id="{20EBB0C4-6273-4C6E-B9BD-2EDC30F1CD52}" type="datetimeFigureOut">
              <a:rPr lang="en-US" smtClean="0"/>
              <a:t>5/27/2025</a:t>
            </a:fld>
            <a:endParaRPr lang="en-US" dirty="0"/>
          </a:p>
        </p:txBody>
      </p:sp>
      <p:sp>
        <p:nvSpPr>
          <p:cNvPr id="5" name="Footer Placeholder 4">
            <a:extLst>
              <a:ext uri="{FF2B5EF4-FFF2-40B4-BE49-F238E27FC236}">
                <a16:creationId xmlns:a16="http://schemas.microsoft.com/office/drawing/2014/main" id="{831EA187-80FF-B58A-9C4E-2C58B5EFD03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515B1C6-3C21-3DA7-07D0-D78B1CFA2876}"/>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071248928"/>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C1442-BB56-4C77-2FF0-57E2557C7A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49B2138-E2DD-82A7-9535-3FF6D3665078}"/>
              </a:ext>
            </a:extLst>
          </p:cNvPr>
          <p:cNvSpPr>
            <a:spLocks noGrp="1"/>
          </p:cNvSpPr>
          <p:nvPr>
            <p:ph sz="half" idx="1"/>
          </p:nvPr>
        </p:nvSpPr>
        <p:spPr>
          <a:xfrm>
            <a:off x="1005840" y="2190750"/>
            <a:ext cx="6217920" cy="52216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6980943-B5F8-4F98-A453-13BA84C7A3C0}"/>
              </a:ext>
            </a:extLst>
          </p:cNvPr>
          <p:cNvSpPr>
            <a:spLocks noGrp="1"/>
          </p:cNvSpPr>
          <p:nvPr>
            <p:ph sz="half" idx="2"/>
          </p:nvPr>
        </p:nvSpPr>
        <p:spPr>
          <a:xfrm>
            <a:off x="7406640" y="2190750"/>
            <a:ext cx="6217920" cy="52216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07F6FBC-010B-1C9D-08DF-3D2DDD18EAFB}"/>
              </a:ext>
            </a:extLst>
          </p:cNvPr>
          <p:cNvSpPr>
            <a:spLocks noGrp="1"/>
          </p:cNvSpPr>
          <p:nvPr>
            <p:ph type="dt" sz="half" idx="10"/>
          </p:nvPr>
        </p:nvSpPr>
        <p:spPr/>
        <p:txBody>
          <a:bodyPr/>
          <a:lstStyle/>
          <a:p>
            <a:fld id="{19AB4D41-86C1-4908-B66A-0B50CEB3BF29}" type="datetimeFigureOut">
              <a:rPr lang="en-US" smtClean="0"/>
              <a:t>5/27/2025</a:t>
            </a:fld>
            <a:endParaRPr lang="en-US" dirty="0"/>
          </a:p>
        </p:txBody>
      </p:sp>
      <p:sp>
        <p:nvSpPr>
          <p:cNvPr id="6" name="Footer Placeholder 5">
            <a:extLst>
              <a:ext uri="{FF2B5EF4-FFF2-40B4-BE49-F238E27FC236}">
                <a16:creationId xmlns:a16="http://schemas.microsoft.com/office/drawing/2014/main" id="{3617A7E8-6090-7CF6-8EE9-042E9C22D8F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4D13AE3-64FA-101C-5577-9FF2348CAD69}"/>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866603368"/>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AA4D0-7AFC-60F7-4C47-3C62E87F4FB2}"/>
              </a:ext>
            </a:extLst>
          </p:cNvPr>
          <p:cNvSpPr>
            <a:spLocks noGrp="1"/>
          </p:cNvSpPr>
          <p:nvPr>
            <p:ph type="title"/>
          </p:nvPr>
        </p:nvSpPr>
        <p:spPr>
          <a:xfrm>
            <a:off x="1007746" y="438150"/>
            <a:ext cx="12618720" cy="1590676"/>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008F172-84BA-0B4B-DC97-C9E32425E0CE}"/>
              </a:ext>
            </a:extLst>
          </p:cNvPr>
          <p:cNvSpPr>
            <a:spLocks noGrp="1"/>
          </p:cNvSpPr>
          <p:nvPr>
            <p:ph type="body" idx="1"/>
          </p:nvPr>
        </p:nvSpPr>
        <p:spPr>
          <a:xfrm>
            <a:off x="1007746" y="2017396"/>
            <a:ext cx="6189344"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4" name="Content Placeholder 3">
            <a:extLst>
              <a:ext uri="{FF2B5EF4-FFF2-40B4-BE49-F238E27FC236}">
                <a16:creationId xmlns:a16="http://schemas.microsoft.com/office/drawing/2014/main" id="{39250B53-E248-0931-C565-2047CB0E6B3F}"/>
              </a:ext>
            </a:extLst>
          </p:cNvPr>
          <p:cNvSpPr>
            <a:spLocks noGrp="1"/>
          </p:cNvSpPr>
          <p:nvPr>
            <p:ph sz="half" idx="2"/>
          </p:nvPr>
        </p:nvSpPr>
        <p:spPr>
          <a:xfrm>
            <a:off x="1007746" y="3006090"/>
            <a:ext cx="6189344" cy="44215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50622E6-91B8-A590-14F0-0C0C5DACA71C}"/>
              </a:ext>
            </a:extLst>
          </p:cNvPr>
          <p:cNvSpPr>
            <a:spLocks noGrp="1"/>
          </p:cNvSpPr>
          <p:nvPr>
            <p:ph type="body" sz="quarter" idx="3"/>
          </p:nvPr>
        </p:nvSpPr>
        <p:spPr>
          <a:xfrm>
            <a:off x="7406640" y="2017396"/>
            <a:ext cx="6219826" cy="988694"/>
          </a:xfrm>
        </p:spPr>
        <p:txBody>
          <a:bodyPr anchor="b"/>
          <a:lstStyle>
            <a:lvl1pPr marL="0" indent="0">
              <a:buNone/>
              <a:defRPr sz="2880" b="1"/>
            </a:lvl1pPr>
            <a:lvl2pPr marL="548640" indent="0">
              <a:buNone/>
              <a:defRPr sz="2400" b="1"/>
            </a:lvl2pPr>
            <a:lvl3pPr marL="1097280" indent="0">
              <a:buNone/>
              <a:defRPr sz="2160" b="1"/>
            </a:lvl3pPr>
            <a:lvl4pPr marL="1645920" indent="0">
              <a:buNone/>
              <a:defRPr sz="1920" b="1"/>
            </a:lvl4pPr>
            <a:lvl5pPr marL="2194560" indent="0">
              <a:buNone/>
              <a:defRPr sz="1920" b="1"/>
            </a:lvl5pPr>
            <a:lvl6pPr marL="2743200" indent="0">
              <a:buNone/>
              <a:defRPr sz="1920" b="1"/>
            </a:lvl6pPr>
            <a:lvl7pPr marL="3291840" indent="0">
              <a:buNone/>
              <a:defRPr sz="1920" b="1"/>
            </a:lvl7pPr>
            <a:lvl8pPr marL="3840480" indent="0">
              <a:buNone/>
              <a:defRPr sz="1920" b="1"/>
            </a:lvl8pPr>
            <a:lvl9pPr marL="4389120" indent="0">
              <a:buNone/>
              <a:defRPr sz="1920" b="1"/>
            </a:lvl9pPr>
          </a:lstStyle>
          <a:p>
            <a:pPr lvl="0"/>
            <a:r>
              <a:rPr lang="en-US"/>
              <a:t>Click to edit Master text styles</a:t>
            </a:r>
          </a:p>
        </p:txBody>
      </p:sp>
      <p:sp>
        <p:nvSpPr>
          <p:cNvPr id="6" name="Content Placeholder 5">
            <a:extLst>
              <a:ext uri="{FF2B5EF4-FFF2-40B4-BE49-F238E27FC236}">
                <a16:creationId xmlns:a16="http://schemas.microsoft.com/office/drawing/2014/main" id="{3D208B35-99D2-F8DD-5811-D3A4F660A066}"/>
              </a:ext>
            </a:extLst>
          </p:cNvPr>
          <p:cNvSpPr>
            <a:spLocks noGrp="1"/>
          </p:cNvSpPr>
          <p:nvPr>
            <p:ph sz="quarter" idx="4"/>
          </p:nvPr>
        </p:nvSpPr>
        <p:spPr>
          <a:xfrm>
            <a:off x="7406640" y="3006090"/>
            <a:ext cx="6219826" cy="44215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7461645-7DEB-AEE6-C0EB-9324ABFD73C9}"/>
              </a:ext>
            </a:extLst>
          </p:cNvPr>
          <p:cNvSpPr>
            <a:spLocks noGrp="1"/>
          </p:cNvSpPr>
          <p:nvPr>
            <p:ph type="dt" sz="half" idx="10"/>
          </p:nvPr>
        </p:nvSpPr>
        <p:spPr/>
        <p:txBody>
          <a:bodyPr/>
          <a:lstStyle/>
          <a:p>
            <a:fld id="{E6426E2C-56C1-4E0D-A793-0088A7FDD37E}" type="datetimeFigureOut">
              <a:rPr lang="en-US" smtClean="0"/>
              <a:t>5/27/2025</a:t>
            </a:fld>
            <a:endParaRPr lang="en-US" dirty="0"/>
          </a:p>
        </p:txBody>
      </p:sp>
      <p:sp>
        <p:nvSpPr>
          <p:cNvPr id="8" name="Footer Placeholder 7">
            <a:extLst>
              <a:ext uri="{FF2B5EF4-FFF2-40B4-BE49-F238E27FC236}">
                <a16:creationId xmlns:a16="http://schemas.microsoft.com/office/drawing/2014/main" id="{7B8CA1BB-D0BD-37FE-41E3-077C013F0BA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A42BE23D-50AD-DD4F-71AA-122919582083}"/>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507816561"/>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769D5-A5AA-50BD-54F3-0DF2F75DACA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77E9AFA-072C-215F-A885-49E23689CC97}"/>
              </a:ext>
            </a:extLst>
          </p:cNvPr>
          <p:cNvSpPr>
            <a:spLocks noGrp="1"/>
          </p:cNvSpPr>
          <p:nvPr>
            <p:ph type="dt" sz="half" idx="10"/>
          </p:nvPr>
        </p:nvSpPr>
        <p:spPr/>
        <p:txBody>
          <a:bodyPr/>
          <a:lstStyle/>
          <a:p>
            <a:fld id="{C8C39B41-D8B5-4052-B551-9B5525EAA8B6}" type="datetimeFigureOut">
              <a:rPr lang="en-US" smtClean="0"/>
              <a:t>5/27/2025</a:t>
            </a:fld>
            <a:endParaRPr lang="en-US" dirty="0"/>
          </a:p>
        </p:txBody>
      </p:sp>
      <p:sp>
        <p:nvSpPr>
          <p:cNvPr id="4" name="Footer Placeholder 3">
            <a:extLst>
              <a:ext uri="{FF2B5EF4-FFF2-40B4-BE49-F238E27FC236}">
                <a16:creationId xmlns:a16="http://schemas.microsoft.com/office/drawing/2014/main" id="{B3AD12C3-C6A3-89F6-7327-9A8BA48C0CDE}"/>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435B4599-8AB8-9D79-3278-E16CEBB63EB2}"/>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898490691"/>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3CC085-B03E-EAE6-FCC8-12E568A025A5}"/>
              </a:ext>
            </a:extLst>
          </p:cNvPr>
          <p:cNvSpPr>
            <a:spLocks noGrp="1"/>
          </p:cNvSpPr>
          <p:nvPr>
            <p:ph type="dt" sz="half" idx="10"/>
          </p:nvPr>
        </p:nvSpPr>
        <p:spPr/>
        <p:txBody>
          <a:bodyPr/>
          <a:lstStyle/>
          <a:p>
            <a:fld id="{4D94136C-8742-45B2-AF27-D93DF72833A9}" type="datetimeFigureOut">
              <a:rPr lang="en-US" smtClean="0"/>
              <a:t>5/27/2025</a:t>
            </a:fld>
            <a:endParaRPr lang="en-US" dirty="0"/>
          </a:p>
        </p:txBody>
      </p:sp>
      <p:sp>
        <p:nvSpPr>
          <p:cNvPr id="3" name="Footer Placeholder 2">
            <a:extLst>
              <a:ext uri="{FF2B5EF4-FFF2-40B4-BE49-F238E27FC236}">
                <a16:creationId xmlns:a16="http://schemas.microsoft.com/office/drawing/2014/main" id="{9959E39F-A84D-A99A-FC35-4632B48527CD}"/>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473E822-CB47-B790-4349-1DF706E733DD}"/>
              </a:ext>
            </a:extLst>
          </p:cNvPr>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64039458"/>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6E310-56A1-8F05-91EC-087D7E0CC8A3}"/>
              </a:ext>
            </a:extLst>
          </p:cNvPr>
          <p:cNvSpPr>
            <a:spLocks noGrp="1"/>
          </p:cNvSpPr>
          <p:nvPr>
            <p:ph type="title"/>
          </p:nvPr>
        </p:nvSpPr>
        <p:spPr>
          <a:xfrm>
            <a:off x="1007746" y="548640"/>
            <a:ext cx="4718684" cy="1920240"/>
          </a:xfrm>
        </p:spPr>
        <p:txBody>
          <a:bodyPr anchor="b"/>
          <a:lstStyle>
            <a:lvl1pPr>
              <a:defRPr sz="384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914DBB5-8143-4D55-9D6E-C40FAAD55D16}"/>
              </a:ext>
            </a:extLst>
          </p:cNvPr>
          <p:cNvSpPr>
            <a:spLocks noGrp="1"/>
          </p:cNvSpPr>
          <p:nvPr>
            <p:ph idx="1"/>
          </p:nvPr>
        </p:nvSpPr>
        <p:spPr>
          <a:xfrm>
            <a:off x="6219826" y="1184911"/>
            <a:ext cx="7406640" cy="5848350"/>
          </a:xfrm>
        </p:spPr>
        <p:txBody>
          <a:bodyPr/>
          <a:lstStyle>
            <a:lvl1pPr>
              <a:defRPr sz="3840"/>
            </a:lvl1pPr>
            <a:lvl2pPr>
              <a:defRPr sz="3360"/>
            </a:lvl2pPr>
            <a:lvl3pPr>
              <a:defRPr sz="2880"/>
            </a:lvl3pPr>
            <a:lvl4pPr>
              <a:defRPr sz="2400"/>
            </a:lvl4pPr>
            <a:lvl5pPr>
              <a:defRPr sz="2400"/>
            </a:lvl5pPr>
            <a:lvl6pPr>
              <a:defRPr sz="2400"/>
            </a:lvl6pPr>
            <a:lvl7pPr>
              <a:defRPr sz="2400"/>
            </a:lvl7pPr>
            <a:lvl8pPr>
              <a:defRPr sz="2400"/>
            </a:lvl8pPr>
            <a:lvl9pPr>
              <a:defRPr sz="2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FFD48ED-5416-53B2-B00F-F91D1C8F47CC}"/>
              </a:ext>
            </a:extLst>
          </p:cNvPr>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en-US"/>
              <a:t>Click to edit Master text styles</a:t>
            </a:r>
          </a:p>
        </p:txBody>
      </p:sp>
      <p:sp>
        <p:nvSpPr>
          <p:cNvPr id="5" name="Date Placeholder 4">
            <a:extLst>
              <a:ext uri="{FF2B5EF4-FFF2-40B4-BE49-F238E27FC236}">
                <a16:creationId xmlns:a16="http://schemas.microsoft.com/office/drawing/2014/main" id="{9B2B5270-AD36-C491-F726-AE8834171BE8}"/>
              </a:ext>
            </a:extLst>
          </p:cNvPr>
          <p:cNvSpPr>
            <a:spLocks noGrp="1"/>
          </p:cNvSpPr>
          <p:nvPr>
            <p:ph type="dt" sz="half" idx="10"/>
          </p:nvPr>
        </p:nvSpPr>
        <p:spPr/>
        <p:txBody>
          <a:bodyPr/>
          <a:lstStyle/>
          <a:p>
            <a:fld id="{32ABBEA6-7C60-4B02-AE87-00D78D8422AF}" type="datetimeFigureOut">
              <a:rPr lang="en-US" smtClean="0"/>
              <a:t>5/27/2025</a:t>
            </a:fld>
            <a:endParaRPr lang="en-US" dirty="0"/>
          </a:p>
        </p:txBody>
      </p:sp>
      <p:sp>
        <p:nvSpPr>
          <p:cNvPr id="6" name="Footer Placeholder 5">
            <a:extLst>
              <a:ext uri="{FF2B5EF4-FFF2-40B4-BE49-F238E27FC236}">
                <a16:creationId xmlns:a16="http://schemas.microsoft.com/office/drawing/2014/main" id="{E5D012D0-EEF6-B1C9-0B04-281CB95DB78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5B814279-5FD1-DD68-617C-E9E3D4ED499F}"/>
              </a:ext>
            </a:extLst>
          </p:cNvPr>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94811221"/>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2AA06-7CC3-B963-2947-9F66DC190391}"/>
              </a:ext>
            </a:extLst>
          </p:cNvPr>
          <p:cNvSpPr>
            <a:spLocks noGrp="1"/>
          </p:cNvSpPr>
          <p:nvPr>
            <p:ph type="title"/>
          </p:nvPr>
        </p:nvSpPr>
        <p:spPr>
          <a:xfrm>
            <a:off x="1007746" y="548640"/>
            <a:ext cx="4718684" cy="1920240"/>
          </a:xfrm>
        </p:spPr>
        <p:txBody>
          <a:bodyPr anchor="b"/>
          <a:lstStyle>
            <a:lvl1pPr>
              <a:defRPr sz="384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12D4985-EA54-A9CA-E45E-B202C7B38B29}"/>
              </a:ext>
            </a:extLst>
          </p:cNvPr>
          <p:cNvSpPr>
            <a:spLocks noGrp="1"/>
          </p:cNvSpPr>
          <p:nvPr>
            <p:ph type="pic" idx="1"/>
          </p:nvPr>
        </p:nvSpPr>
        <p:spPr>
          <a:xfrm>
            <a:off x="6219826" y="1184911"/>
            <a:ext cx="7406640" cy="5848350"/>
          </a:xfrm>
        </p:spPr>
        <p:txBody>
          <a:bodyPr/>
          <a:lstStyle>
            <a:lvl1pPr marL="0" indent="0">
              <a:buNone/>
              <a:defRPr sz="3840"/>
            </a:lvl1pPr>
            <a:lvl2pPr marL="548640" indent="0">
              <a:buNone/>
              <a:defRPr sz="3360"/>
            </a:lvl2pPr>
            <a:lvl3pPr marL="1097280" indent="0">
              <a:buNone/>
              <a:defRPr sz="2880"/>
            </a:lvl3pPr>
            <a:lvl4pPr marL="1645920" indent="0">
              <a:buNone/>
              <a:defRPr sz="2400"/>
            </a:lvl4pPr>
            <a:lvl5pPr marL="2194560" indent="0">
              <a:buNone/>
              <a:defRPr sz="2400"/>
            </a:lvl5pPr>
            <a:lvl6pPr marL="2743200" indent="0">
              <a:buNone/>
              <a:defRPr sz="2400"/>
            </a:lvl6pPr>
            <a:lvl7pPr marL="3291840" indent="0">
              <a:buNone/>
              <a:defRPr sz="2400"/>
            </a:lvl7pPr>
            <a:lvl8pPr marL="3840480" indent="0">
              <a:buNone/>
              <a:defRPr sz="2400"/>
            </a:lvl8pPr>
            <a:lvl9pPr marL="4389120" indent="0">
              <a:buNone/>
              <a:defRPr sz="2400"/>
            </a:lvl9pPr>
          </a:lstStyle>
          <a:p>
            <a:endParaRPr lang="en-IN"/>
          </a:p>
        </p:txBody>
      </p:sp>
      <p:sp>
        <p:nvSpPr>
          <p:cNvPr id="4" name="Text Placeholder 3">
            <a:extLst>
              <a:ext uri="{FF2B5EF4-FFF2-40B4-BE49-F238E27FC236}">
                <a16:creationId xmlns:a16="http://schemas.microsoft.com/office/drawing/2014/main" id="{6589B1BF-1B03-0CED-562F-A8D394369F41}"/>
              </a:ext>
            </a:extLst>
          </p:cNvPr>
          <p:cNvSpPr>
            <a:spLocks noGrp="1"/>
          </p:cNvSpPr>
          <p:nvPr>
            <p:ph type="body" sz="half" idx="2"/>
          </p:nvPr>
        </p:nvSpPr>
        <p:spPr>
          <a:xfrm>
            <a:off x="1007746" y="2468880"/>
            <a:ext cx="4718684" cy="4573906"/>
          </a:xfrm>
        </p:spPr>
        <p:txBody>
          <a:bodyPr/>
          <a:lstStyle>
            <a:lvl1pPr marL="0" indent="0">
              <a:buNone/>
              <a:defRPr sz="1920"/>
            </a:lvl1pPr>
            <a:lvl2pPr marL="548640" indent="0">
              <a:buNone/>
              <a:defRPr sz="1680"/>
            </a:lvl2pPr>
            <a:lvl3pPr marL="1097280" indent="0">
              <a:buNone/>
              <a:defRPr sz="1440"/>
            </a:lvl3pPr>
            <a:lvl4pPr marL="1645920" indent="0">
              <a:buNone/>
              <a:defRPr sz="1200"/>
            </a:lvl4pPr>
            <a:lvl5pPr marL="2194560" indent="0">
              <a:buNone/>
              <a:defRPr sz="1200"/>
            </a:lvl5pPr>
            <a:lvl6pPr marL="2743200" indent="0">
              <a:buNone/>
              <a:defRPr sz="1200"/>
            </a:lvl6pPr>
            <a:lvl7pPr marL="3291840" indent="0">
              <a:buNone/>
              <a:defRPr sz="1200"/>
            </a:lvl7pPr>
            <a:lvl8pPr marL="3840480" indent="0">
              <a:buNone/>
              <a:defRPr sz="1200"/>
            </a:lvl8pPr>
            <a:lvl9pPr marL="4389120" indent="0">
              <a:buNone/>
              <a:defRPr sz="1200"/>
            </a:lvl9pPr>
          </a:lstStyle>
          <a:p>
            <a:pPr lvl="0"/>
            <a:r>
              <a:rPr lang="en-US"/>
              <a:t>Click to edit Master text styles</a:t>
            </a:r>
          </a:p>
        </p:txBody>
      </p:sp>
      <p:sp>
        <p:nvSpPr>
          <p:cNvPr id="5" name="Date Placeholder 4">
            <a:extLst>
              <a:ext uri="{FF2B5EF4-FFF2-40B4-BE49-F238E27FC236}">
                <a16:creationId xmlns:a16="http://schemas.microsoft.com/office/drawing/2014/main" id="{28F3BBF3-871D-2227-D773-7490F80808FA}"/>
              </a:ext>
            </a:extLst>
          </p:cNvPr>
          <p:cNvSpPr>
            <a:spLocks noGrp="1"/>
          </p:cNvSpPr>
          <p:nvPr>
            <p:ph type="dt" sz="half" idx="10"/>
          </p:nvPr>
        </p:nvSpPr>
        <p:spPr/>
        <p:txBody>
          <a:bodyPr/>
          <a:lstStyle/>
          <a:p>
            <a:fld id="{C9CAD897-D46E-4AD2-BD9B-49DD3E640873}" type="datetimeFigureOut">
              <a:rPr lang="en-US" smtClean="0"/>
              <a:t>5/27/2025</a:t>
            </a:fld>
            <a:endParaRPr lang="en-US" dirty="0"/>
          </a:p>
        </p:txBody>
      </p:sp>
      <p:sp>
        <p:nvSpPr>
          <p:cNvPr id="6" name="Footer Placeholder 5">
            <a:extLst>
              <a:ext uri="{FF2B5EF4-FFF2-40B4-BE49-F238E27FC236}">
                <a16:creationId xmlns:a16="http://schemas.microsoft.com/office/drawing/2014/main" id="{B8817E6C-E496-0E4F-46C2-52689E3D2CEA}"/>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2138070D-929C-43A2-D373-DD9E5D847AC2}"/>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482673964"/>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A16F4-5E4A-4625-3A64-7636AB45CA5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560841B-A8E3-F5C7-FC39-B76DF2479AD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C355C8-CE32-66A8-F65D-304662B84753}"/>
              </a:ext>
            </a:extLst>
          </p:cNvPr>
          <p:cNvSpPr>
            <a:spLocks noGrp="1"/>
          </p:cNvSpPr>
          <p:nvPr>
            <p:ph type="dt" sz="half" idx="10"/>
          </p:nvPr>
        </p:nvSpPr>
        <p:spPr/>
        <p:txBody>
          <a:bodyPr/>
          <a:lstStyle/>
          <a:p>
            <a:fld id="{2E2D6473-DF6D-4702-B328-E0DD40540A4E}" type="datetimeFigureOut">
              <a:rPr lang="en-US" smtClean="0"/>
              <a:t>5/27/2025</a:t>
            </a:fld>
            <a:endParaRPr lang="en-US" dirty="0"/>
          </a:p>
        </p:txBody>
      </p:sp>
      <p:sp>
        <p:nvSpPr>
          <p:cNvPr id="5" name="Footer Placeholder 4">
            <a:extLst>
              <a:ext uri="{FF2B5EF4-FFF2-40B4-BE49-F238E27FC236}">
                <a16:creationId xmlns:a16="http://schemas.microsoft.com/office/drawing/2014/main" id="{DF5288BC-0664-B35C-1BF7-A6BD7744F9F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252D145-48D9-48A3-389B-D4BC5EE3CC6C}"/>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23674675"/>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1C3307-DE03-B5D7-2E31-A74F5E101926}"/>
              </a:ext>
            </a:extLst>
          </p:cNvPr>
          <p:cNvSpPr>
            <a:spLocks noGrp="1"/>
          </p:cNvSpPr>
          <p:nvPr>
            <p:ph type="title" orient="vert"/>
          </p:nvPr>
        </p:nvSpPr>
        <p:spPr>
          <a:xfrm>
            <a:off x="10469880" y="438150"/>
            <a:ext cx="3154680" cy="6974206"/>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BBC5A1E-F6DF-01AB-AEC2-B87D1B02F03F}"/>
              </a:ext>
            </a:extLst>
          </p:cNvPr>
          <p:cNvSpPr>
            <a:spLocks noGrp="1"/>
          </p:cNvSpPr>
          <p:nvPr>
            <p:ph type="body" orient="vert" idx="1"/>
          </p:nvPr>
        </p:nvSpPr>
        <p:spPr>
          <a:xfrm>
            <a:off x="1005840" y="438150"/>
            <a:ext cx="9281160" cy="697420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61AECC-D76E-66AE-2D1A-B57CBF3DBC24}"/>
              </a:ext>
            </a:extLst>
          </p:cNvPr>
          <p:cNvSpPr>
            <a:spLocks noGrp="1"/>
          </p:cNvSpPr>
          <p:nvPr>
            <p:ph type="dt" sz="half" idx="10"/>
          </p:nvPr>
        </p:nvSpPr>
        <p:spPr/>
        <p:txBody>
          <a:bodyPr/>
          <a:lstStyle/>
          <a:p>
            <a:fld id="{E26F7E3A-B166-407D-9866-32884E7D5B37}" type="datetimeFigureOut">
              <a:rPr lang="en-US" smtClean="0"/>
              <a:t>5/27/2025</a:t>
            </a:fld>
            <a:endParaRPr lang="en-US" dirty="0"/>
          </a:p>
        </p:txBody>
      </p:sp>
      <p:sp>
        <p:nvSpPr>
          <p:cNvPr id="5" name="Footer Placeholder 4">
            <a:extLst>
              <a:ext uri="{FF2B5EF4-FFF2-40B4-BE49-F238E27FC236}">
                <a16:creationId xmlns:a16="http://schemas.microsoft.com/office/drawing/2014/main" id="{87614537-D396-9765-020A-29F66D1D35E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7004CB2-1D17-B106-B090-3F080D5F5041}"/>
              </a:ext>
            </a:extLst>
          </p:cNvPr>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499723164"/>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theme" Target="../theme/theme2.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0" Type="http://schemas.openxmlformats.org/officeDocument/2006/relationships/slideLayout" Target="../slideLayouts/slideLayout26.xml"/><Relationship Id="rId4" Type="http://schemas.openxmlformats.org/officeDocument/2006/relationships/slideLayout" Target="../slideLayouts/slideLayout20.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7680960"/>
            <a:ext cx="14630400"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 y="7601179"/>
            <a:ext cx="14630401" cy="79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316736" y="343924"/>
            <a:ext cx="12070080" cy="1740908"/>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316736" y="2214881"/>
            <a:ext cx="12070080" cy="4828032"/>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316737" y="7751743"/>
            <a:ext cx="2966725" cy="438150"/>
          </a:xfrm>
          <a:prstGeom prst="rect">
            <a:avLst/>
          </a:prstGeom>
        </p:spPr>
        <p:txBody>
          <a:bodyPr vert="horz" lIns="91440" tIns="45720" rIns="91440" bIns="45720" rtlCol="0" anchor="ctr"/>
          <a:lstStyle>
            <a:lvl1pPr algn="l">
              <a:defRPr sz="1080">
                <a:solidFill>
                  <a:srgbClr val="FFFFFF"/>
                </a:solidFill>
              </a:defRPr>
            </a:lvl1pPr>
          </a:lstStyle>
          <a:p>
            <a:fld id="{98624D31-43A5-475A-80CF-332C9F6DCF35}" type="datetimeFigureOut">
              <a:rPr lang="en-US" dirty="0"/>
              <a:t>5/27/2025</a:t>
            </a:fld>
            <a:endParaRPr lang="en-US" dirty="0"/>
          </a:p>
        </p:txBody>
      </p:sp>
      <p:sp>
        <p:nvSpPr>
          <p:cNvPr id="5" name="Footer Placeholder 4"/>
          <p:cNvSpPr>
            <a:spLocks noGrp="1"/>
          </p:cNvSpPr>
          <p:nvPr>
            <p:ph type="ftr" sz="quarter" idx="3"/>
          </p:nvPr>
        </p:nvSpPr>
        <p:spPr>
          <a:xfrm>
            <a:off x="4423422" y="7751743"/>
            <a:ext cx="5787365" cy="438150"/>
          </a:xfrm>
          <a:prstGeom prst="rect">
            <a:avLst/>
          </a:prstGeom>
        </p:spPr>
        <p:txBody>
          <a:bodyPr vert="horz" lIns="91440" tIns="45720" rIns="91440" bIns="45720" rtlCol="0" anchor="ctr"/>
          <a:lstStyle>
            <a:lvl1pPr algn="ctr">
              <a:defRPr sz="108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1880550" y="7751743"/>
            <a:ext cx="1574430" cy="438150"/>
          </a:xfrm>
          <a:prstGeom prst="rect">
            <a:avLst/>
          </a:prstGeom>
        </p:spPr>
        <p:txBody>
          <a:bodyPr vert="horz" lIns="91440" tIns="45720" rIns="91440" bIns="45720" rtlCol="0" anchor="ctr"/>
          <a:lstStyle>
            <a:lvl1pPr algn="r">
              <a:defRPr sz="1260">
                <a:solidFill>
                  <a:srgbClr val="FFFFFF"/>
                </a:solidFill>
              </a:defRPr>
            </a:lvl1pPr>
          </a:lstStyle>
          <a:p>
            <a:fld id="{4FAB73BC-B049-4115-A692-8D63A059BFB8}" type="slidenum">
              <a:rPr lang="en-US" dirty="0"/>
              <a:pPr/>
              <a:t>‹#›</a:t>
            </a:fld>
            <a:endParaRPr lang="en-US" dirty="0"/>
          </a:p>
        </p:txBody>
      </p:sp>
      <p:cxnSp>
        <p:nvCxnSpPr>
          <p:cNvPr id="10" name="Straight Connector 9"/>
          <p:cNvCxnSpPr/>
          <p:nvPr/>
        </p:nvCxnSpPr>
        <p:spPr>
          <a:xfrm>
            <a:off x="1432238" y="2085414"/>
            <a:ext cx="11960352"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409071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5" r:id="rId12"/>
    <p:sldLayoutId id="2147483676" r:id="rId13"/>
    <p:sldLayoutId id="2147483678" r:id="rId14"/>
    <p:sldLayoutId id="2147483680" r:id="rId15"/>
    <p:sldLayoutId id="2147483682" r:id="rId16"/>
  </p:sldLayoutIdLst>
  <p:hf sldNum="0" hdr="0" ftr="0" dt="0"/>
  <p:txStyles>
    <p:titleStyle>
      <a:lvl1pPr algn="l" defTabSz="1097280" rtl="0" eaLnBrk="1" latinLnBrk="0" hangingPunct="1">
        <a:lnSpc>
          <a:spcPct val="85000"/>
        </a:lnSpc>
        <a:spcBef>
          <a:spcPct val="0"/>
        </a:spcBef>
        <a:buNone/>
        <a:defRPr sz="5760" kern="1200" spc="-60" baseline="0">
          <a:solidFill>
            <a:schemeClr val="tx1">
              <a:lumMod val="75000"/>
              <a:lumOff val="25000"/>
            </a:schemeClr>
          </a:solidFill>
          <a:latin typeface="+mj-lt"/>
          <a:ea typeface="+mj-ea"/>
          <a:cs typeface="+mj-cs"/>
        </a:defRPr>
      </a:lvl1pPr>
    </p:titleStyle>
    <p:bodyStyle>
      <a:lvl1pPr marL="109728" indent="-109728" algn="l" defTabSz="1097280" rtl="0" eaLnBrk="1" latinLnBrk="0" hangingPunct="1">
        <a:lnSpc>
          <a:spcPct val="90000"/>
        </a:lnSpc>
        <a:spcBef>
          <a:spcPts val="1440"/>
        </a:spcBef>
        <a:spcAft>
          <a:spcPts val="240"/>
        </a:spcAft>
        <a:buClr>
          <a:schemeClr val="accent1"/>
        </a:buClr>
        <a:buSzPct val="100000"/>
        <a:buFont typeface="Calibri" panose="020F0502020204030204" pitchFamily="34" charset="0"/>
        <a:buChar char=" "/>
        <a:defRPr sz="2400" kern="1200">
          <a:solidFill>
            <a:schemeClr val="tx1">
              <a:lumMod val="75000"/>
              <a:lumOff val="25000"/>
            </a:schemeClr>
          </a:solidFill>
          <a:latin typeface="+mn-lt"/>
          <a:ea typeface="+mn-ea"/>
          <a:cs typeface="+mn-cs"/>
        </a:defRPr>
      </a:lvl1pPr>
      <a:lvl2pPr marL="460858" indent="-219456" algn="l" defTabSz="1097280" rtl="0" eaLnBrk="1" latinLnBrk="0" hangingPunct="1">
        <a:lnSpc>
          <a:spcPct val="90000"/>
        </a:lnSpc>
        <a:spcBef>
          <a:spcPts val="240"/>
        </a:spcBef>
        <a:spcAft>
          <a:spcPts val="480"/>
        </a:spcAft>
        <a:buClr>
          <a:schemeClr val="accent1"/>
        </a:buClr>
        <a:buFont typeface="Calibri" pitchFamily="34" charset="0"/>
        <a:buChar char="◦"/>
        <a:defRPr sz="2160" kern="1200">
          <a:solidFill>
            <a:schemeClr val="tx1">
              <a:lumMod val="75000"/>
              <a:lumOff val="25000"/>
            </a:schemeClr>
          </a:solidFill>
          <a:latin typeface="+mn-lt"/>
          <a:ea typeface="+mn-ea"/>
          <a:cs typeface="+mn-cs"/>
        </a:defRPr>
      </a:lvl2pPr>
      <a:lvl3pPr marL="680314" indent="-219456"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3pPr>
      <a:lvl4pPr marL="899770" indent="-219456"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4pPr>
      <a:lvl5pPr marL="1119226" indent="-219456"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5pPr>
      <a:lvl6pPr marL="1320000" indent="-274320"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6pPr>
      <a:lvl7pPr marL="1560000" indent="-274320"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7pPr>
      <a:lvl8pPr marL="1800000" indent="-274320"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8pPr>
      <a:lvl9pPr marL="2040000" indent="-274320" algn="l" defTabSz="1097280" rtl="0" eaLnBrk="1" latinLnBrk="0" hangingPunct="1">
        <a:lnSpc>
          <a:spcPct val="90000"/>
        </a:lnSpc>
        <a:spcBef>
          <a:spcPts val="240"/>
        </a:spcBef>
        <a:spcAft>
          <a:spcPts val="480"/>
        </a:spcAft>
        <a:buClr>
          <a:schemeClr val="accent1"/>
        </a:buClr>
        <a:buFont typeface="Calibri" pitchFamily="34" charset="0"/>
        <a:buChar char="◦"/>
        <a:defRPr sz="1680" kern="1200">
          <a:solidFill>
            <a:schemeClr val="tx1">
              <a:lumMod val="75000"/>
              <a:lumOff val="25000"/>
            </a:schemeClr>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FC406C-1EB0-132A-709F-515234FF34F4}"/>
              </a:ext>
            </a:extLst>
          </p:cNvPr>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3CD22A2-28A8-ED77-69E0-03BA500A4692}"/>
              </a:ext>
            </a:extLst>
          </p:cNvPr>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B901EEE-9CE7-9D21-1A58-FD6E097E5752}"/>
              </a:ext>
            </a:extLst>
          </p:cNvPr>
          <p:cNvSpPr>
            <a:spLocks noGrp="1"/>
          </p:cNvSpPr>
          <p:nvPr>
            <p:ph type="dt" sz="half" idx="2"/>
          </p:nvPr>
        </p:nvSpPr>
        <p:spPr>
          <a:xfrm>
            <a:off x="1005840" y="7627621"/>
            <a:ext cx="3291840" cy="438150"/>
          </a:xfrm>
          <a:prstGeom prst="rect">
            <a:avLst/>
          </a:prstGeom>
        </p:spPr>
        <p:txBody>
          <a:bodyPr vert="horz" lIns="91440" tIns="45720" rIns="91440" bIns="45720" rtlCol="0" anchor="ctr"/>
          <a:lstStyle>
            <a:lvl1pPr algn="l">
              <a:defRPr sz="1440">
                <a:solidFill>
                  <a:schemeClr val="tx1">
                    <a:tint val="75000"/>
                  </a:schemeClr>
                </a:solidFill>
              </a:defRPr>
            </a:lvl1pPr>
          </a:lstStyle>
          <a:p>
            <a:fld id="{98624D31-43A5-475A-80CF-332C9F6DCF35}" type="datetimeFigureOut">
              <a:rPr lang="en-US" smtClean="0"/>
              <a:t>5/27/2025</a:t>
            </a:fld>
            <a:endParaRPr lang="en-US" dirty="0"/>
          </a:p>
        </p:txBody>
      </p:sp>
      <p:sp>
        <p:nvSpPr>
          <p:cNvPr id="5" name="Footer Placeholder 4">
            <a:extLst>
              <a:ext uri="{FF2B5EF4-FFF2-40B4-BE49-F238E27FC236}">
                <a16:creationId xmlns:a16="http://schemas.microsoft.com/office/drawing/2014/main" id="{9ABC67FF-F51B-8B4F-3247-D05A33409C25}"/>
              </a:ext>
            </a:extLst>
          </p:cNvPr>
          <p:cNvSpPr>
            <a:spLocks noGrp="1"/>
          </p:cNvSpPr>
          <p:nvPr>
            <p:ph type="ftr" sz="quarter" idx="3"/>
          </p:nvPr>
        </p:nvSpPr>
        <p:spPr>
          <a:xfrm>
            <a:off x="4846320" y="7627621"/>
            <a:ext cx="4937760" cy="438150"/>
          </a:xfrm>
          <a:prstGeom prst="rect">
            <a:avLst/>
          </a:prstGeom>
        </p:spPr>
        <p:txBody>
          <a:bodyPr vert="horz" lIns="91440" tIns="45720" rIns="91440" bIns="45720" rtlCol="0" anchor="ctr"/>
          <a:lstStyle>
            <a:lvl1pPr algn="ctr">
              <a:defRPr sz="144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B1706201-D8AE-6AD0-EF10-181EC5373A4B}"/>
              </a:ext>
            </a:extLst>
          </p:cNvPr>
          <p:cNvSpPr>
            <a:spLocks noGrp="1"/>
          </p:cNvSpPr>
          <p:nvPr>
            <p:ph type="sldNum" sz="quarter" idx="4"/>
          </p:nvPr>
        </p:nvSpPr>
        <p:spPr>
          <a:xfrm>
            <a:off x="10332720" y="7627621"/>
            <a:ext cx="3291840" cy="438150"/>
          </a:xfrm>
          <a:prstGeom prst="rect">
            <a:avLst/>
          </a:prstGeom>
        </p:spPr>
        <p:txBody>
          <a:bodyPr vert="horz" lIns="91440" tIns="45720" rIns="91440" bIns="45720" rtlCol="0" anchor="ctr"/>
          <a:lstStyle>
            <a:lvl1pPr algn="r">
              <a:defRPr sz="1440">
                <a:solidFill>
                  <a:schemeClr val="tx1">
                    <a:tint val="75000"/>
                  </a:schemeClr>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5634942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1097280" rtl="0" eaLnBrk="1" latinLnBrk="0" hangingPunct="1">
        <a:lnSpc>
          <a:spcPct val="90000"/>
        </a:lnSpc>
        <a:spcBef>
          <a:spcPct val="0"/>
        </a:spcBef>
        <a:buNone/>
        <a:defRPr sz="5280" kern="1200">
          <a:solidFill>
            <a:schemeClr val="tx1"/>
          </a:solidFill>
          <a:latin typeface="+mj-lt"/>
          <a:ea typeface="+mj-ea"/>
          <a:cs typeface="+mj-cs"/>
        </a:defRPr>
      </a:lvl1pPr>
    </p:titleStyle>
    <p:bodyStyle>
      <a:lvl1pPr marL="274320" indent="-274320" algn="l" defTabSz="1097280" rtl="0" eaLnBrk="1" latinLnBrk="0" hangingPunct="1">
        <a:lnSpc>
          <a:spcPct val="90000"/>
        </a:lnSpc>
        <a:spcBef>
          <a:spcPts val="1200"/>
        </a:spcBef>
        <a:buFont typeface="Arial" panose="020B0604020202020204" pitchFamily="34" charset="0"/>
        <a:buChar char="•"/>
        <a:defRPr sz="3360" kern="1200">
          <a:solidFill>
            <a:schemeClr val="tx1"/>
          </a:solidFill>
          <a:latin typeface="+mn-lt"/>
          <a:ea typeface="+mn-ea"/>
          <a:cs typeface="+mn-cs"/>
        </a:defRPr>
      </a:lvl1pPr>
      <a:lvl2pPr marL="822960" indent="-274320" algn="l" defTabSz="1097280" rtl="0" eaLnBrk="1" latinLnBrk="0" hangingPunct="1">
        <a:lnSpc>
          <a:spcPct val="90000"/>
        </a:lnSpc>
        <a:spcBef>
          <a:spcPts val="600"/>
        </a:spcBef>
        <a:buFont typeface="Arial" panose="020B0604020202020204" pitchFamily="34" charset="0"/>
        <a:buChar char="•"/>
        <a:defRPr sz="2880" kern="1200">
          <a:solidFill>
            <a:schemeClr val="tx1"/>
          </a:solidFill>
          <a:latin typeface="+mn-lt"/>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chemeClr val="tx1"/>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5.jpg"/><Relationship Id="rId4" Type="http://schemas.openxmlformats.org/officeDocument/2006/relationships/image" Target="../media/image1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5C05F-6C10-AAB8-B9A1-704086EB8325}"/>
              </a:ext>
            </a:extLst>
          </p:cNvPr>
          <p:cNvSpPr>
            <a:spLocks noGrp="1"/>
          </p:cNvSpPr>
          <p:nvPr>
            <p:ph type="ctrTitle"/>
          </p:nvPr>
        </p:nvSpPr>
        <p:spPr>
          <a:xfrm>
            <a:off x="1828800" y="1965731"/>
            <a:ext cx="10972800" cy="2149069"/>
          </a:xfrm>
        </p:spPr>
        <p:txBody>
          <a:bodyPr>
            <a:noAutofit/>
          </a:bodyPr>
          <a:lstStyle/>
          <a:p>
            <a:pPr algn="ctr"/>
            <a:r>
              <a:rPr lang="en-US" sz="5280" b="1" dirty="0">
                <a:latin typeface="Tw Cen MT Condensed" panose="020B0606020104020203" pitchFamily="34" charset="0"/>
                <a:cs typeface="Times New Roman" panose="02020603050405020304" pitchFamily="18" charset="0"/>
              </a:rPr>
              <a:t>Introduction to AI(AI101B)</a:t>
            </a:r>
            <a:br>
              <a:rPr lang="en-IN" sz="5280" b="1" dirty="0">
                <a:latin typeface="Tw Cen MT Condensed" panose="020B0606020104020203" pitchFamily="34" charset="0"/>
                <a:cs typeface="Times New Roman" panose="02020603050405020304" pitchFamily="18" charset="0"/>
              </a:rPr>
            </a:br>
            <a:r>
              <a:rPr lang="en-IN" sz="5280" b="1" dirty="0">
                <a:latin typeface="Tw Cen MT Condensed" panose="020B0606020104020203" pitchFamily="34" charset="0"/>
                <a:cs typeface="Times New Roman" panose="02020603050405020304" pitchFamily="18" charset="0"/>
              </a:rPr>
              <a:t>Even Semester</a:t>
            </a:r>
            <a:br>
              <a:rPr lang="en-IN" sz="5280" b="1" dirty="0">
                <a:latin typeface="Tw Cen MT Condensed" panose="020B0606020104020203" pitchFamily="34" charset="0"/>
                <a:cs typeface="Times New Roman" panose="02020603050405020304" pitchFamily="18" charset="0"/>
              </a:rPr>
            </a:br>
            <a:r>
              <a:rPr lang="en-IN" sz="5280" b="1" dirty="0">
                <a:latin typeface="Tw Cen MT Condensed" panose="020B0606020104020203" pitchFamily="34" charset="0"/>
                <a:cs typeface="Times New Roman" panose="02020603050405020304" pitchFamily="18" charset="0"/>
              </a:rPr>
              <a:t>Session 2024-25</a:t>
            </a:r>
            <a:endParaRPr lang="en-US" sz="5280" b="1" dirty="0">
              <a:latin typeface="Tw Cen MT Condensed" panose="020B0606020104020203" pitchFamily="34" charset="0"/>
              <a:cs typeface="Times New Roman" panose="02020603050405020304" pitchFamily="18" charset="0"/>
            </a:endParaRPr>
          </a:p>
        </p:txBody>
      </p:sp>
      <p:sp>
        <p:nvSpPr>
          <p:cNvPr id="3" name="Subtitle 2">
            <a:extLst>
              <a:ext uri="{FF2B5EF4-FFF2-40B4-BE49-F238E27FC236}">
                <a16:creationId xmlns:a16="http://schemas.microsoft.com/office/drawing/2014/main" id="{F2C24FBC-2E61-AD49-3BD0-DA7AA89F9A81}"/>
              </a:ext>
            </a:extLst>
          </p:cNvPr>
          <p:cNvSpPr>
            <a:spLocks noGrp="1"/>
          </p:cNvSpPr>
          <p:nvPr>
            <p:ph type="subTitle" idx="1"/>
          </p:nvPr>
        </p:nvSpPr>
        <p:spPr>
          <a:xfrm>
            <a:off x="1828800" y="4416131"/>
            <a:ext cx="10628555" cy="2412814"/>
          </a:xfrm>
        </p:spPr>
        <p:txBody>
          <a:bodyPr>
            <a:normAutofit fontScale="62500" lnSpcReduction="20000"/>
          </a:bodyPr>
          <a:lstStyle/>
          <a:p>
            <a:pPr algn="ctr"/>
            <a:r>
              <a:rPr lang="en-US" sz="5100" b="1" dirty="0">
                <a:solidFill>
                  <a:schemeClr val="tx1"/>
                </a:solidFill>
                <a:latin typeface="Times New Roman" panose="02020603050405020304" pitchFamily="18" charset="0"/>
                <a:cs typeface="Times New Roman" panose="02020603050405020304" pitchFamily="18" charset="0"/>
              </a:rPr>
              <a:t>SENTIMENT ANALYSIS OF TWITTER DATA</a:t>
            </a:r>
          </a:p>
          <a:p>
            <a:pPr algn="ctr"/>
            <a:endParaRPr lang="en-US" sz="5100" b="1" dirty="0">
              <a:solidFill>
                <a:schemeClr val="tx1"/>
              </a:solidFill>
              <a:latin typeface="Times New Roman" panose="02020603050405020304" pitchFamily="18" charset="0"/>
              <a:cs typeface="Times New Roman" panose="02020603050405020304" pitchFamily="18" charset="0"/>
            </a:endParaRPr>
          </a:p>
          <a:p>
            <a:pPr algn="ctr"/>
            <a:r>
              <a:rPr lang="en-US" sz="5100" b="1" dirty="0">
                <a:solidFill>
                  <a:schemeClr val="tx1"/>
                </a:solidFill>
                <a:latin typeface="Times New Roman" panose="02020603050405020304" pitchFamily="18" charset="0"/>
                <a:cs typeface="Times New Roman" panose="02020603050405020304" pitchFamily="18" charset="0"/>
              </a:rPr>
              <a:t>Team Leader: </a:t>
            </a:r>
            <a:r>
              <a:rPr lang="en-US" sz="5100" b="1" dirty="0" err="1">
                <a:solidFill>
                  <a:schemeClr val="tx1"/>
                </a:solidFill>
                <a:latin typeface="Times New Roman" panose="02020603050405020304" pitchFamily="18" charset="0"/>
                <a:cs typeface="Times New Roman" panose="02020603050405020304" pitchFamily="18" charset="0"/>
              </a:rPr>
              <a:t>Ridhi</a:t>
            </a:r>
            <a:r>
              <a:rPr lang="en-US" sz="5100" b="1" dirty="0">
                <a:solidFill>
                  <a:schemeClr val="tx1"/>
                </a:solidFill>
                <a:latin typeface="Times New Roman" panose="02020603050405020304" pitchFamily="18" charset="0"/>
                <a:cs typeface="Times New Roman" panose="02020603050405020304" pitchFamily="18" charset="0"/>
              </a:rPr>
              <a:t> Rajput (2426MCA334)</a:t>
            </a:r>
          </a:p>
          <a:p>
            <a:pPr algn="ctr"/>
            <a:r>
              <a:rPr lang="en-US" sz="5100" b="1" dirty="0">
                <a:solidFill>
                  <a:schemeClr val="tx1"/>
                </a:solidFill>
                <a:latin typeface="Times New Roman" panose="02020603050405020304" pitchFamily="18" charset="0"/>
                <a:cs typeface="Times New Roman" panose="02020603050405020304" pitchFamily="18" charset="0"/>
              </a:rPr>
              <a:t>             Member: Sanket </a:t>
            </a:r>
            <a:r>
              <a:rPr lang="en-US" sz="5100" b="1" dirty="0" err="1">
                <a:solidFill>
                  <a:schemeClr val="tx1"/>
                </a:solidFill>
                <a:latin typeface="Times New Roman" panose="02020603050405020304" pitchFamily="18" charset="0"/>
                <a:cs typeface="Times New Roman" panose="02020603050405020304" pitchFamily="18" charset="0"/>
              </a:rPr>
              <a:t>Pundhir</a:t>
            </a:r>
            <a:r>
              <a:rPr lang="en-US" sz="5100" b="1" dirty="0">
                <a:solidFill>
                  <a:schemeClr val="tx1"/>
                </a:solidFill>
                <a:latin typeface="Times New Roman" panose="02020603050405020304" pitchFamily="18" charset="0"/>
                <a:cs typeface="Times New Roman" panose="02020603050405020304" pitchFamily="18" charset="0"/>
              </a:rPr>
              <a:t>(2426MCA503)</a:t>
            </a:r>
          </a:p>
          <a:p>
            <a:pPr algn="ctr"/>
            <a:r>
              <a:rPr lang="en-US" sz="5100" b="1" dirty="0">
                <a:solidFill>
                  <a:schemeClr val="tx1"/>
                </a:solidFill>
                <a:latin typeface="Times New Roman" panose="02020603050405020304" pitchFamily="18" charset="0"/>
                <a:cs typeface="Times New Roman" panose="02020603050405020304" pitchFamily="18" charset="0"/>
              </a:rPr>
              <a:t>           Member: </a:t>
            </a:r>
            <a:r>
              <a:rPr lang="en-US" sz="5100" b="1" dirty="0" err="1">
                <a:solidFill>
                  <a:schemeClr val="tx1"/>
                </a:solidFill>
                <a:latin typeface="Times New Roman" panose="02020603050405020304" pitchFamily="18" charset="0"/>
                <a:cs typeface="Times New Roman" panose="02020603050405020304" pitchFamily="18" charset="0"/>
              </a:rPr>
              <a:t>Namrta</a:t>
            </a:r>
            <a:r>
              <a:rPr lang="en-US" sz="5100" b="1" dirty="0">
                <a:solidFill>
                  <a:schemeClr val="tx1"/>
                </a:solidFill>
                <a:latin typeface="Times New Roman" panose="02020603050405020304" pitchFamily="18" charset="0"/>
                <a:cs typeface="Times New Roman" panose="02020603050405020304" pitchFamily="18" charset="0"/>
              </a:rPr>
              <a:t> Singh(2426MCA680)</a:t>
            </a:r>
          </a:p>
          <a:p>
            <a:endParaRPr lang="en-US" b="1" dirty="0">
              <a:latin typeface="Times New Roman" panose="02020603050405020304" pitchFamily="18" charset="0"/>
              <a:cs typeface="Times New Roman" panose="02020603050405020304" pitchFamily="18" charset="0"/>
            </a:endParaRPr>
          </a:p>
        </p:txBody>
      </p:sp>
      <p:sp>
        <p:nvSpPr>
          <p:cNvPr id="4" name="Subtitle 2">
            <a:extLst>
              <a:ext uri="{FF2B5EF4-FFF2-40B4-BE49-F238E27FC236}">
                <a16:creationId xmlns:a16="http://schemas.microsoft.com/office/drawing/2014/main" id="{C7EFE38A-2987-AEC9-33EC-1BC6CB5C10DA}"/>
              </a:ext>
            </a:extLst>
          </p:cNvPr>
          <p:cNvSpPr txBox="1">
            <a:spLocks/>
          </p:cNvSpPr>
          <p:nvPr/>
        </p:nvSpPr>
        <p:spPr>
          <a:xfrm>
            <a:off x="1828800" y="5739117"/>
            <a:ext cx="10972800" cy="915238"/>
          </a:xfrm>
          <a:prstGeom prst="rect">
            <a:avLst/>
          </a:prstGeom>
        </p:spPr>
        <p:txBody>
          <a:bodyPr vert="horz" lIns="109728" tIns="54864" rIns="109728" bIns="54864"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880" dirty="0"/>
          </a:p>
        </p:txBody>
      </p:sp>
      <p:sp>
        <p:nvSpPr>
          <p:cNvPr id="5" name="Subtitle 2">
            <a:extLst>
              <a:ext uri="{FF2B5EF4-FFF2-40B4-BE49-F238E27FC236}">
                <a16:creationId xmlns:a16="http://schemas.microsoft.com/office/drawing/2014/main" id="{43043289-20F1-1B73-C850-CE92562B546B}"/>
              </a:ext>
            </a:extLst>
          </p:cNvPr>
          <p:cNvSpPr txBox="1">
            <a:spLocks/>
          </p:cNvSpPr>
          <p:nvPr/>
        </p:nvSpPr>
        <p:spPr>
          <a:xfrm>
            <a:off x="11461377" y="6760846"/>
            <a:ext cx="3642360" cy="1468754"/>
          </a:xfrm>
          <a:prstGeom prst="rect">
            <a:avLst/>
          </a:prstGeom>
        </p:spPr>
        <p:txBody>
          <a:bodyPr vert="horz" lIns="109728" tIns="54864" rIns="109728" bIns="54864"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just"/>
            <a:r>
              <a:rPr lang="en-IN" sz="2880" b="1" u="sng" dirty="0">
                <a:latin typeface="Times New Roman" panose="02020603050405020304" pitchFamily="18" charset="0"/>
                <a:cs typeface="Times New Roman" panose="02020603050405020304" pitchFamily="18" charset="0"/>
              </a:rPr>
              <a:t>Project Supervisor:</a:t>
            </a:r>
          </a:p>
          <a:p>
            <a:pPr algn="just"/>
            <a:r>
              <a:rPr lang="en-IN" sz="2880" dirty="0">
                <a:solidFill>
                  <a:srgbClr val="FF0000"/>
                </a:solidFill>
                <a:latin typeface="Times New Roman" panose="02020603050405020304" pitchFamily="18" charset="0"/>
                <a:cs typeface="Times New Roman" panose="02020603050405020304" pitchFamily="18" charset="0"/>
              </a:rPr>
              <a:t>Mr. Apoorva Jain</a:t>
            </a:r>
          </a:p>
          <a:p>
            <a:pPr algn="just"/>
            <a:r>
              <a:rPr lang="en-IN" sz="2880" dirty="0">
                <a:solidFill>
                  <a:srgbClr val="FF0000"/>
                </a:solidFill>
                <a:latin typeface="Times New Roman" panose="02020603050405020304" pitchFamily="18" charset="0"/>
                <a:cs typeface="Times New Roman" panose="02020603050405020304" pitchFamily="18" charset="0"/>
              </a:rPr>
              <a:t>Assistant Professor</a:t>
            </a:r>
          </a:p>
          <a:p>
            <a:pPr algn="just"/>
            <a:endParaRPr lang="en-IN" sz="2880" b="1" u="sng"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29A50B94-DBEB-9815-4684-223EC27F9F0D}"/>
              </a:ext>
            </a:extLst>
          </p:cNvPr>
          <p:cNvPicPr>
            <a:picLocks noChangeAspect="1"/>
          </p:cNvPicPr>
          <p:nvPr/>
        </p:nvPicPr>
        <p:blipFill>
          <a:blip r:embed="rId2"/>
          <a:stretch>
            <a:fillRect/>
          </a:stretch>
        </p:blipFill>
        <p:spPr>
          <a:xfrm>
            <a:off x="0" y="3012"/>
            <a:ext cx="14630400" cy="1661388"/>
          </a:xfrm>
          <a:prstGeom prst="rect">
            <a:avLst/>
          </a:prstGeom>
        </p:spPr>
      </p:pic>
    </p:spTree>
    <p:extLst>
      <p:ext uri="{BB962C8B-B14F-4D97-AF65-F5344CB8AC3E}">
        <p14:creationId xmlns:p14="http://schemas.microsoft.com/office/powerpoint/2010/main" val="1493161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B72F0-7EB3-A394-ABD6-7A41EF3CE737}"/>
              </a:ext>
            </a:extLst>
          </p:cNvPr>
          <p:cNvSpPr>
            <a:spLocks noGrp="1"/>
          </p:cNvSpPr>
          <p:nvPr>
            <p:ph type="title"/>
          </p:nvPr>
        </p:nvSpPr>
        <p:spPr>
          <a:xfrm>
            <a:off x="0" y="0"/>
            <a:ext cx="14630400" cy="1325880"/>
          </a:xfrm>
        </p:spPr>
        <p:style>
          <a:lnRef idx="2">
            <a:schemeClr val="accent2">
              <a:shade val="50000"/>
            </a:schemeClr>
          </a:lnRef>
          <a:fillRef idx="1">
            <a:schemeClr val="accent2"/>
          </a:fillRef>
          <a:effectRef idx="0">
            <a:schemeClr val="accent2"/>
          </a:effectRef>
          <a:fontRef idx="minor">
            <a:schemeClr val="lt1"/>
          </a:fontRef>
        </p:style>
        <p:txBody>
          <a:bodyPr>
            <a:noAutofit/>
          </a:bodyPr>
          <a:lstStyle/>
          <a:p>
            <a:pPr algn="ctr"/>
            <a:r>
              <a:rPr lang="en-IN" sz="6480" b="1" dirty="0">
                <a:latin typeface="+mj-lt"/>
                <a:ea typeface="Tahoma" panose="020B0604030504040204" pitchFamily="34" charset="0"/>
                <a:cs typeface="Times New Roman" panose="02020603050405020304" pitchFamily="18" charset="0"/>
              </a:rPr>
              <a:t>Content</a:t>
            </a:r>
          </a:p>
        </p:txBody>
      </p:sp>
      <p:sp>
        <p:nvSpPr>
          <p:cNvPr id="4" name="Content Placeholder 4">
            <a:extLst>
              <a:ext uri="{FF2B5EF4-FFF2-40B4-BE49-F238E27FC236}">
                <a16:creationId xmlns:a16="http://schemas.microsoft.com/office/drawing/2014/main" id="{4C5ADA20-E567-4F88-93BA-265D9FA26477}"/>
              </a:ext>
            </a:extLst>
          </p:cNvPr>
          <p:cNvSpPr txBox="1">
            <a:spLocks/>
          </p:cNvSpPr>
          <p:nvPr/>
        </p:nvSpPr>
        <p:spPr>
          <a:xfrm>
            <a:off x="621075" y="1818042"/>
            <a:ext cx="13201478" cy="5400340"/>
          </a:xfrm>
          <a:prstGeom prst="rect">
            <a:avLst/>
          </a:prstGeom>
        </p:spPr>
        <p:txBody>
          <a:bodyPr anchor="ctr">
            <a:noAutofit/>
          </a:bodyPr>
          <a:lstStyle>
            <a:lvl1pPr marL="274320" indent="-228600" algn="l" defTabSz="914400" rtl="0" eaLnBrk="1" latinLnBrk="0" hangingPunct="1">
              <a:lnSpc>
                <a:spcPct val="100000"/>
              </a:lnSpc>
              <a:spcBef>
                <a:spcPts val="1800"/>
              </a:spcBef>
              <a:buClr>
                <a:schemeClr val="tx1">
                  <a:lumMod val="75000"/>
                  <a:lumOff val="25000"/>
                </a:schemeClr>
              </a:buClr>
              <a:buSzPct val="100000"/>
              <a:buFont typeface="Arial" pitchFamily="34" charset="0"/>
              <a:buChar char="•"/>
              <a:defRPr sz="2000" kern="1200">
                <a:solidFill>
                  <a:schemeClr val="tx1"/>
                </a:solidFill>
                <a:latin typeface="+mn-lt"/>
                <a:ea typeface="+mn-ea"/>
                <a:cs typeface="Calibri" panose="020F0502020204030204" pitchFamily="34" charset="0"/>
              </a:defRPr>
            </a:lvl1pPr>
            <a:lvl2pPr marL="594360" indent="-228600" algn="l" defTabSz="914400" rtl="0" eaLnBrk="1" latinLnBrk="0" hangingPunct="1">
              <a:lnSpc>
                <a:spcPct val="100000"/>
              </a:lnSpc>
              <a:spcBef>
                <a:spcPts val="1000"/>
              </a:spcBef>
              <a:buClr>
                <a:schemeClr val="tx1">
                  <a:lumMod val="75000"/>
                  <a:lumOff val="25000"/>
                </a:schemeClr>
              </a:buClr>
              <a:buSzPct val="100000"/>
              <a:buFont typeface="Arial" pitchFamily="34" charset="0"/>
              <a:buChar char="•"/>
              <a:defRPr sz="1800" kern="1200">
                <a:solidFill>
                  <a:schemeClr val="tx1"/>
                </a:solidFill>
                <a:latin typeface="+mn-lt"/>
                <a:ea typeface="+mn-ea"/>
                <a:cs typeface="Calibri" panose="020F0502020204030204" pitchFamily="34" charset="0"/>
              </a:defRPr>
            </a:lvl2pPr>
            <a:lvl3pPr marL="91440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600" kern="1200">
                <a:solidFill>
                  <a:schemeClr val="tx1"/>
                </a:solidFill>
                <a:latin typeface="+mn-lt"/>
                <a:ea typeface="+mn-ea"/>
                <a:cs typeface="Calibri" panose="020F0502020204030204" pitchFamily="34" charset="0"/>
              </a:defRPr>
            </a:lvl3pPr>
            <a:lvl4pPr marL="123444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400" kern="1200">
                <a:solidFill>
                  <a:schemeClr val="tx1"/>
                </a:solidFill>
                <a:latin typeface="+mn-lt"/>
                <a:ea typeface="+mn-ea"/>
                <a:cs typeface="Calibri" panose="020F0502020204030204" pitchFamily="34" charset="0"/>
              </a:defRPr>
            </a:lvl4pPr>
            <a:lvl5pPr marL="1554480" indent="-228600" algn="l" defTabSz="914400" rtl="0" eaLnBrk="1" latinLnBrk="0" hangingPunct="1">
              <a:lnSpc>
                <a:spcPct val="100000"/>
              </a:lnSpc>
              <a:spcBef>
                <a:spcPts val="800"/>
              </a:spcBef>
              <a:buClr>
                <a:schemeClr val="tx1">
                  <a:lumMod val="75000"/>
                  <a:lumOff val="25000"/>
                </a:schemeClr>
              </a:buClr>
              <a:buSzPct val="100000"/>
              <a:buFont typeface="Arial" pitchFamily="34" charset="0"/>
              <a:buChar char="•"/>
              <a:defRPr sz="1400" kern="1200">
                <a:solidFill>
                  <a:schemeClr val="tx1"/>
                </a:solidFill>
                <a:latin typeface="+mn-lt"/>
                <a:ea typeface="+mn-ea"/>
                <a:cs typeface="Calibri" panose="020F0502020204030204" pitchFamily="34" charset="0"/>
              </a:defRPr>
            </a:lvl5pPr>
            <a:lvl6pPr marL="1874520" indent="-228600" algn="l" defTabSz="914400" rtl="0" eaLnBrk="1" latinLnBrk="0" hangingPunct="1">
              <a:lnSpc>
                <a:spcPct val="90000"/>
              </a:lnSpc>
              <a:spcBef>
                <a:spcPts val="800"/>
              </a:spcBef>
              <a:buSzPct val="80000"/>
              <a:buFont typeface="Arial" pitchFamily="34" charset="0"/>
              <a:buChar char="•"/>
              <a:defRPr sz="1400" kern="1200">
                <a:solidFill>
                  <a:schemeClr val="tx1"/>
                </a:solidFill>
                <a:latin typeface="+mn-lt"/>
                <a:ea typeface="+mn-ea"/>
                <a:cs typeface="+mn-cs"/>
              </a:defRPr>
            </a:lvl6pPr>
            <a:lvl7pPr marL="219456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7pPr>
            <a:lvl8pPr marL="251460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8pPr>
            <a:lvl9pPr marL="2834640" indent="-228600" algn="l" defTabSz="914400" rtl="0" eaLnBrk="1" latinLnBrk="0" hangingPunct="1">
              <a:lnSpc>
                <a:spcPct val="90000"/>
              </a:lnSpc>
              <a:spcBef>
                <a:spcPts val="800"/>
              </a:spcBef>
              <a:buSzPct val="80000"/>
              <a:buFont typeface="Arial" pitchFamily="34" charset="0"/>
              <a:buChar char="•"/>
              <a:defRPr sz="1400" kern="1200" baseline="0">
                <a:solidFill>
                  <a:schemeClr val="tx1"/>
                </a:solidFill>
                <a:latin typeface="+mn-lt"/>
                <a:ea typeface="+mn-ea"/>
                <a:cs typeface="+mn-cs"/>
              </a:defRPr>
            </a:lvl9pPr>
          </a:lstStyle>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Introduction </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Sustainable Development Goal</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Introduction</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Natural Language Processing</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Preprocessing Tweet Content</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Machine Learning Algorithms</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Deep Learning</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Python Libraries</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Data Visualization</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Workflow</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Results</a:t>
            </a:r>
          </a:p>
          <a:p>
            <a:pPr>
              <a:spcBef>
                <a:spcPts val="720"/>
              </a:spcBef>
              <a:buFont typeface="Wingdings" pitchFamily="2" charset="2"/>
              <a:buChar char="Ø"/>
              <a:tabLst>
                <a:tab pos="548640" algn="l"/>
              </a:tabLst>
            </a:pPr>
            <a:r>
              <a:rPr lang="en-IN" sz="2400" kern="100" dirty="0">
                <a:latin typeface="Tw Cen MT" panose="020B0602020104020603" pitchFamily="34" charset="0"/>
                <a:ea typeface="Aptos" panose="020B0004020202020204" pitchFamily="34" charset="0"/>
                <a:cs typeface="Times New Roman" panose="02020603050405020304" pitchFamily="18" charset="0"/>
              </a:rPr>
              <a:t>References </a:t>
            </a:r>
          </a:p>
        </p:txBody>
      </p:sp>
      <p:pic>
        <p:nvPicPr>
          <p:cNvPr id="3" name="Picture 2">
            <a:extLst>
              <a:ext uri="{FF2B5EF4-FFF2-40B4-BE49-F238E27FC236}">
                <a16:creationId xmlns:a16="http://schemas.microsoft.com/office/drawing/2014/main" id="{ED0BC397-1D49-FF54-6CCA-877141CC2DE3}"/>
              </a:ext>
            </a:extLst>
          </p:cNvPr>
          <p:cNvPicPr>
            <a:picLocks noChangeAspect="1"/>
          </p:cNvPicPr>
          <p:nvPr/>
        </p:nvPicPr>
        <p:blipFill>
          <a:blip r:embed="rId3"/>
          <a:stretch>
            <a:fillRect/>
          </a:stretch>
        </p:blipFill>
        <p:spPr>
          <a:xfrm>
            <a:off x="5688247" y="2375665"/>
            <a:ext cx="8755380" cy="4716092"/>
          </a:xfrm>
          <a:prstGeom prst="ellipse">
            <a:avLst/>
          </a:prstGeom>
          <a:ln>
            <a:noFill/>
          </a:ln>
          <a:effectLst>
            <a:softEdge rad="112500"/>
          </a:effectLst>
        </p:spPr>
      </p:pic>
    </p:spTree>
    <p:extLst>
      <p:ext uri="{BB962C8B-B14F-4D97-AF65-F5344CB8AC3E}">
        <p14:creationId xmlns:p14="http://schemas.microsoft.com/office/powerpoint/2010/main" val="4117151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A17CB-7321-424D-AC9D-75BA01B80E1C}"/>
              </a:ext>
            </a:extLst>
          </p:cNvPr>
          <p:cNvSpPr>
            <a:spLocks noGrp="1"/>
          </p:cNvSpPr>
          <p:nvPr>
            <p:ph type="title"/>
          </p:nvPr>
        </p:nvSpPr>
        <p:spPr>
          <a:xfrm>
            <a:off x="0" y="1"/>
            <a:ext cx="14630400" cy="1591490"/>
          </a:xfrm>
        </p:spPr>
        <p:style>
          <a:lnRef idx="0">
            <a:schemeClr val="accent2"/>
          </a:lnRef>
          <a:fillRef idx="3">
            <a:schemeClr val="accent2"/>
          </a:fillRef>
          <a:effectRef idx="3">
            <a:schemeClr val="accent2"/>
          </a:effectRef>
          <a:fontRef idx="minor">
            <a:schemeClr val="lt1"/>
          </a:fontRef>
        </p:style>
        <p:txBody>
          <a:bodyPr>
            <a:noAutofit/>
          </a:bodyPr>
          <a:lstStyle/>
          <a:p>
            <a:pPr algn="ctr"/>
            <a:r>
              <a:rPr lang="en-US" sz="6480" b="1" dirty="0">
                <a:latin typeface="+mj-lt"/>
              </a:rPr>
              <a:t>Sustainable Development Goal</a:t>
            </a:r>
          </a:p>
        </p:txBody>
      </p:sp>
      <p:sp>
        <p:nvSpPr>
          <p:cNvPr id="5" name="TextBox 4">
            <a:extLst>
              <a:ext uri="{FF2B5EF4-FFF2-40B4-BE49-F238E27FC236}">
                <a16:creationId xmlns:a16="http://schemas.microsoft.com/office/drawing/2014/main" id="{AFBBAB5B-D58A-4D92-9D71-A1403B53DD82}"/>
              </a:ext>
            </a:extLst>
          </p:cNvPr>
          <p:cNvSpPr txBox="1"/>
          <p:nvPr/>
        </p:nvSpPr>
        <p:spPr>
          <a:xfrm>
            <a:off x="178902" y="1591492"/>
            <a:ext cx="10677166" cy="5980099"/>
          </a:xfrm>
          <a:prstGeom prst="rect">
            <a:avLst/>
          </a:prstGeom>
          <a:noFill/>
        </p:spPr>
        <p:txBody>
          <a:bodyPr wrap="square">
            <a:spAutoFit/>
          </a:bodyPr>
          <a:lstStyle/>
          <a:p>
            <a:r>
              <a:rPr lang="en-US" sz="2880" dirty="0"/>
              <a:t>Our project will likely contribute to following SDGs:</a:t>
            </a:r>
          </a:p>
          <a:p>
            <a:endParaRPr lang="en-US" sz="2880" b="1" dirty="0"/>
          </a:p>
          <a:p>
            <a:r>
              <a:rPr lang="en-US" sz="2800" dirty="0"/>
              <a:t> </a:t>
            </a:r>
            <a:r>
              <a:rPr lang="en-US" sz="2700" dirty="0"/>
              <a:t>🔹 </a:t>
            </a:r>
            <a:r>
              <a:rPr lang="en-US" sz="2700" b="1" dirty="0"/>
              <a:t>SDG 9 </a:t>
            </a:r>
            <a:r>
              <a:rPr lang="en-US" sz="2700" dirty="0"/>
              <a:t>– </a:t>
            </a:r>
            <a:r>
              <a:rPr lang="en-US" sz="2700" b="1" dirty="0"/>
              <a:t>Industry, Innovation, and Infrastructure:</a:t>
            </a:r>
            <a:r>
              <a:rPr lang="en-US" sz="2700" dirty="0"/>
              <a:t> Promotes the use of AI and Machine Learning technologies. Encourages innovation in natural language processing for social media analysis.</a:t>
            </a:r>
          </a:p>
          <a:p>
            <a:endParaRPr lang="en-US" sz="2700" dirty="0"/>
          </a:p>
          <a:p>
            <a:r>
              <a:rPr lang="en-US" sz="2700" dirty="0"/>
              <a:t>🔹 </a:t>
            </a:r>
            <a:r>
              <a:rPr lang="en-US" sz="2700" b="1" dirty="0"/>
              <a:t>SDG 16 </a:t>
            </a:r>
            <a:r>
              <a:rPr lang="en-US" sz="2700" dirty="0"/>
              <a:t>– </a:t>
            </a:r>
            <a:r>
              <a:rPr lang="en-US" sz="2700" b="1" dirty="0"/>
              <a:t>Peace, Justice, and Strong Institutions: </a:t>
            </a:r>
            <a:r>
              <a:rPr lang="en-US" sz="2700" dirty="0"/>
              <a:t>Helps monitor public sentiment on social issues. Aids policymakers, NGOs, and governments in understanding public opinion for better decision-making.</a:t>
            </a:r>
          </a:p>
          <a:p>
            <a:endParaRPr lang="en-US" sz="2700" dirty="0"/>
          </a:p>
          <a:p>
            <a:r>
              <a:rPr lang="en-US" sz="2700" dirty="0"/>
              <a:t>🔹 </a:t>
            </a:r>
            <a:r>
              <a:rPr lang="en-US" sz="2700" b="1" dirty="0"/>
              <a:t>SDG 17 </a:t>
            </a:r>
            <a:r>
              <a:rPr lang="en-US" sz="2700" dirty="0"/>
              <a:t>– </a:t>
            </a:r>
            <a:r>
              <a:rPr lang="en-US" sz="2700" b="1" dirty="0"/>
              <a:t>Partnerships for the Goals: </a:t>
            </a:r>
            <a:r>
              <a:rPr lang="en-US" sz="2700" dirty="0"/>
              <a:t>Encourages collaboration between technology developers, researchers, and policy influencers. Demonstrates how open-source tools and frameworks can contribute to solving global challenges.</a:t>
            </a:r>
          </a:p>
        </p:txBody>
      </p:sp>
      <p:pic>
        <p:nvPicPr>
          <p:cNvPr id="1028" name="Picture 4" descr="file-uploads/sites/54852/video/b2244ce-152a-1462-80c1-274a467446ca_Untitled_design.mp4">
            <a:extLst>
              <a:ext uri="{FF2B5EF4-FFF2-40B4-BE49-F238E27FC236}">
                <a16:creationId xmlns:a16="http://schemas.microsoft.com/office/drawing/2014/main" id="{232838FB-4AE5-15F1-32EE-89412888FE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696" r="10449"/>
          <a:stretch/>
        </p:blipFill>
        <p:spPr bwMode="auto">
          <a:xfrm>
            <a:off x="10856068" y="1591492"/>
            <a:ext cx="3774332" cy="6031103"/>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5982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06102F-978C-3EAF-61E2-60C25A98C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1A5F62-65DD-AD75-A67D-7D11353DC281}"/>
              </a:ext>
            </a:extLst>
          </p:cNvPr>
          <p:cNvSpPr>
            <a:spLocks noGrp="1"/>
          </p:cNvSpPr>
          <p:nvPr>
            <p:ph type="title"/>
          </p:nvPr>
        </p:nvSpPr>
        <p:spPr>
          <a:xfrm>
            <a:off x="0" y="-3809"/>
            <a:ext cx="14630400" cy="1481480"/>
          </a:xfrm>
          <a:solidFill>
            <a:schemeClr val="accent2">
              <a:lumMod val="40000"/>
              <a:lumOff val="60000"/>
            </a:schemeClr>
          </a:solidFill>
        </p:spPr>
        <p:txBody>
          <a:bodyPr>
            <a:normAutofit/>
          </a:bodyPr>
          <a:lstStyle/>
          <a:p>
            <a:pPr algn="ctr"/>
            <a:r>
              <a:rPr lang="en-IN" sz="6480" b="1" kern="100" dirty="0">
                <a:ea typeface="Aptos" panose="020B0004020202020204" pitchFamily="34" charset="0"/>
                <a:cs typeface="Times New Roman" panose="02020603050405020304" pitchFamily="18" charset="0"/>
              </a:rPr>
              <a:t>Introduction</a:t>
            </a:r>
            <a:endParaRPr lang="en-IN" sz="7200" b="1" dirty="0">
              <a:ea typeface="Tahoma" panose="020B060403050404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56632F35-A3F4-462C-8EE4-C03EB1E536C0}"/>
              </a:ext>
            </a:extLst>
          </p:cNvPr>
          <p:cNvSpPr txBox="1"/>
          <p:nvPr/>
        </p:nvSpPr>
        <p:spPr>
          <a:xfrm>
            <a:off x="152103" y="2060205"/>
            <a:ext cx="8991897" cy="4967514"/>
          </a:xfrm>
          <a:prstGeom prst="rect">
            <a:avLst/>
          </a:prstGeom>
          <a:noFill/>
        </p:spPr>
        <p:txBody>
          <a:bodyPr wrap="square">
            <a:spAutoFit/>
          </a:bodyPr>
          <a:lstStyle/>
          <a:p>
            <a:r>
              <a:rPr lang="en-US" sz="2880" dirty="0">
                <a:latin typeface="Times New Roman" panose="02020603050405020304" pitchFamily="18" charset="0"/>
                <a:ea typeface="Calibri" panose="020F0502020204030204" pitchFamily="34" charset="0"/>
              </a:rPr>
              <a:t>In today’s digital age, Twitter has become a powerful platform where users express their opinions on various topics in real-time. This project, Twitter Sentiment Analysis using NLP, aims to analyze these tweets to determine whether the sentiment behind them is positive, negative, or neutral. We use Natural Language Processing (NLP) techniques and Machine Learning algorithms to process the text and classify sentiments. A user-friendly web interface built with Flask allows users to input tweets and instantly see the sentiment analysis results, along with a confidence score.</a:t>
            </a:r>
            <a:endParaRPr lang="en-US" sz="2880" dirty="0"/>
          </a:p>
        </p:txBody>
      </p:sp>
      <p:pic>
        <p:nvPicPr>
          <p:cNvPr id="3" name="Image 0" descr="preencoded.png">
            <a:extLst>
              <a:ext uri="{FF2B5EF4-FFF2-40B4-BE49-F238E27FC236}">
                <a16:creationId xmlns:a16="http://schemas.microsoft.com/office/drawing/2014/main" id="{0149B8D2-A8AE-CBDD-CBB1-FA18C5A55364}"/>
              </a:ext>
            </a:extLst>
          </p:cNvPr>
          <p:cNvPicPr>
            <a:picLocks noChangeAspect="1"/>
          </p:cNvPicPr>
          <p:nvPr/>
        </p:nvPicPr>
        <p:blipFill>
          <a:blip r:embed="rId3"/>
          <a:stretch>
            <a:fillRect/>
          </a:stretch>
        </p:blipFill>
        <p:spPr>
          <a:xfrm>
            <a:off x="9144000" y="1477671"/>
            <a:ext cx="5486400" cy="6149500"/>
          </a:xfrm>
          <a:prstGeom prst="rect">
            <a:avLst/>
          </a:prstGeom>
        </p:spPr>
      </p:pic>
    </p:spTree>
    <p:extLst>
      <p:ext uri="{BB962C8B-B14F-4D97-AF65-F5344CB8AC3E}">
        <p14:creationId xmlns:p14="http://schemas.microsoft.com/office/powerpoint/2010/main" val="21156228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1194100"/>
            <a:ext cx="14630400" cy="2835235"/>
          </a:xfrm>
          <a:prstGeom prst="rect">
            <a:avLst/>
          </a:prstGeom>
        </p:spPr>
      </p:pic>
      <p:sp>
        <p:nvSpPr>
          <p:cNvPr id="3" name="Text 0"/>
          <p:cNvSpPr/>
          <p:nvPr/>
        </p:nvSpPr>
        <p:spPr>
          <a:xfrm>
            <a:off x="793790" y="3587591"/>
            <a:ext cx="9685139" cy="708779"/>
          </a:xfrm>
          <a:prstGeom prst="rect">
            <a:avLst/>
          </a:prstGeom>
          <a:noFill/>
          <a:ln/>
        </p:spPr>
        <p:txBody>
          <a:bodyPr wrap="none" lIns="0" tIns="0" rIns="0" bIns="0" rtlCol="0" anchor="t"/>
          <a:lstStyle/>
          <a:p>
            <a:pPr marL="0" indent="0" algn="l">
              <a:lnSpc>
                <a:spcPts val="5550"/>
              </a:lnSpc>
              <a:buNone/>
            </a:pPr>
            <a:endParaRPr lang="en-US" sz="4450" dirty="0"/>
          </a:p>
        </p:txBody>
      </p:sp>
      <p:sp>
        <p:nvSpPr>
          <p:cNvPr id="4" name="Shape 1"/>
          <p:cNvSpPr/>
          <p:nvPr/>
        </p:nvSpPr>
        <p:spPr>
          <a:xfrm>
            <a:off x="793790" y="4636532"/>
            <a:ext cx="6408063" cy="1306949"/>
          </a:xfrm>
          <a:prstGeom prst="roundRect">
            <a:avLst>
              <a:gd name="adj" fmla="val 2603"/>
            </a:avLst>
          </a:prstGeom>
          <a:solidFill>
            <a:srgbClr val="F9F7F7"/>
          </a:solidFill>
          <a:ln/>
        </p:spPr>
      </p:sp>
      <p:sp>
        <p:nvSpPr>
          <p:cNvPr id="5" name="Text 2"/>
          <p:cNvSpPr/>
          <p:nvPr/>
        </p:nvSpPr>
        <p:spPr>
          <a:xfrm>
            <a:off x="1020604" y="486334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Definition</a:t>
            </a:r>
            <a:endParaRPr lang="en-US" sz="2200" dirty="0"/>
          </a:p>
        </p:txBody>
      </p:sp>
      <p:sp>
        <p:nvSpPr>
          <p:cNvPr id="6" name="Text 3"/>
          <p:cNvSpPr/>
          <p:nvPr/>
        </p:nvSpPr>
        <p:spPr>
          <a:xfrm>
            <a:off x="1020604" y="5353764"/>
            <a:ext cx="595443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Computers understand and process human language</a:t>
            </a:r>
            <a:endParaRPr lang="en-US" sz="1750" dirty="0"/>
          </a:p>
        </p:txBody>
      </p:sp>
      <p:sp>
        <p:nvSpPr>
          <p:cNvPr id="7" name="Shape 4"/>
          <p:cNvSpPr/>
          <p:nvPr/>
        </p:nvSpPr>
        <p:spPr>
          <a:xfrm>
            <a:off x="7428667" y="4636532"/>
            <a:ext cx="6408063" cy="1306949"/>
          </a:xfrm>
          <a:prstGeom prst="roundRect">
            <a:avLst>
              <a:gd name="adj" fmla="val 2603"/>
            </a:avLst>
          </a:prstGeom>
          <a:solidFill>
            <a:srgbClr val="F9F7F7"/>
          </a:solidFill>
          <a:ln/>
        </p:spPr>
      </p:sp>
      <p:sp>
        <p:nvSpPr>
          <p:cNvPr id="8" name="Text 5"/>
          <p:cNvSpPr/>
          <p:nvPr/>
        </p:nvSpPr>
        <p:spPr>
          <a:xfrm>
            <a:off x="7655481" y="4863346"/>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Purpose</a:t>
            </a:r>
            <a:endParaRPr lang="en-US" sz="2200" dirty="0"/>
          </a:p>
        </p:txBody>
      </p:sp>
      <p:sp>
        <p:nvSpPr>
          <p:cNvPr id="9" name="Text 6"/>
          <p:cNvSpPr/>
          <p:nvPr/>
        </p:nvSpPr>
        <p:spPr>
          <a:xfrm>
            <a:off x="7655481" y="5353764"/>
            <a:ext cx="595443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Preprocess and interpret tweet content effectively</a:t>
            </a:r>
            <a:endParaRPr lang="en-US" sz="1750" dirty="0"/>
          </a:p>
        </p:txBody>
      </p:sp>
      <p:sp>
        <p:nvSpPr>
          <p:cNvPr id="10" name="Shape 7"/>
          <p:cNvSpPr/>
          <p:nvPr/>
        </p:nvSpPr>
        <p:spPr>
          <a:xfrm>
            <a:off x="793790" y="6170295"/>
            <a:ext cx="6408063" cy="1306949"/>
          </a:xfrm>
          <a:prstGeom prst="roundRect">
            <a:avLst>
              <a:gd name="adj" fmla="val 2603"/>
            </a:avLst>
          </a:prstGeom>
          <a:solidFill>
            <a:srgbClr val="F9F7F7"/>
          </a:solidFill>
          <a:ln/>
        </p:spPr>
      </p:sp>
      <p:sp>
        <p:nvSpPr>
          <p:cNvPr id="11" name="Text 8"/>
          <p:cNvSpPr/>
          <p:nvPr/>
        </p:nvSpPr>
        <p:spPr>
          <a:xfrm>
            <a:off x="1020604" y="639710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Libraries</a:t>
            </a:r>
            <a:endParaRPr lang="en-US" sz="2200" dirty="0"/>
          </a:p>
        </p:txBody>
      </p:sp>
      <p:sp>
        <p:nvSpPr>
          <p:cNvPr id="12" name="Text 9"/>
          <p:cNvSpPr/>
          <p:nvPr/>
        </p:nvSpPr>
        <p:spPr>
          <a:xfrm>
            <a:off x="1020604" y="6887528"/>
            <a:ext cx="5954435" cy="362903"/>
          </a:xfrm>
          <a:prstGeom prst="rect">
            <a:avLst/>
          </a:prstGeom>
          <a:noFill/>
          <a:ln/>
        </p:spPr>
        <p:txBody>
          <a:bodyPr wrap="none" lIns="0" tIns="0" rIns="0" bIns="0" rtlCol="0" anchor="t"/>
          <a:lstStyle/>
          <a:p>
            <a:pPr marL="342900" indent="-342900" algn="l">
              <a:lnSpc>
                <a:spcPts val="2850"/>
              </a:lnSpc>
              <a:buSzPct val="100000"/>
              <a:buChar char="•"/>
            </a:pPr>
            <a:r>
              <a:rPr lang="en-US" sz="1750" dirty="0">
                <a:solidFill>
                  <a:srgbClr val="504C49"/>
                </a:solidFill>
                <a:latin typeface="Source Serif Pro" pitchFamily="34" charset="0"/>
                <a:ea typeface="Source Serif Pro" pitchFamily="34" charset="-122"/>
                <a:cs typeface="Source Serif Pro" pitchFamily="34" charset="-120"/>
              </a:rPr>
              <a:t>NLTK for tokenization, stemming, lemmatization</a:t>
            </a:r>
            <a:endParaRPr lang="en-US" sz="1750" dirty="0"/>
          </a:p>
        </p:txBody>
      </p:sp>
      <p:sp>
        <p:nvSpPr>
          <p:cNvPr id="13" name="Shape 10"/>
          <p:cNvSpPr/>
          <p:nvPr/>
        </p:nvSpPr>
        <p:spPr>
          <a:xfrm>
            <a:off x="7428667" y="6170295"/>
            <a:ext cx="6408063" cy="1306949"/>
          </a:xfrm>
          <a:prstGeom prst="roundRect">
            <a:avLst>
              <a:gd name="adj" fmla="val 2603"/>
            </a:avLst>
          </a:prstGeom>
          <a:solidFill>
            <a:srgbClr val="F9F7F7"/>
          </a:solidFill>
          <a:ln/>
        </p:spPr>
      </p:sp>
      <p:sp>
        <p:nvSpPr>
          <p:cNvPr id="14" name="Text 11"/>
          <p:cNvSpPr/>
          <p:nvPr/>
        </p:nvSpPr>
        <p:spPr>
          <a:xfrm>
            <a:off x="7655481" y="639710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Text Cleaning</a:t>
            </a:r>
            <a:endParaRPr lang="en-US" sz="2200" dirty="0"/>
          </a:p>
        </p:txBody>
      </p:sp>
      <p:sp>
        <p:nvSpPr>
          <p:cNvPr id="15" name="Text 12"/>
          <p:cNvSpPr/>
          <p:nvPr/>
        </p:nvSpPr>
        <p:spPr>
          <a:xfrm>
            <a:off x="7655481" y="6887528"/>
            <a:ext cx="595443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Removing URLs, hashtags, emojis</a:t>
            </a:r>
            <a:endParaRPr lang="en-US" sz="1750" dirty="0"/>
          </a:p>
        </p:txBody>
      </p:sp>
      <p:sp>
        <p:nvSpPr>
          <p:cNvPr id="17" name="Title 1">
            <a:extLst>
              <a:ext uri="{FF2B5EF4-FFF2-40B4-BE49-F238E27FC236}">
                <a16:creationId xmlns:a16="http://schemas.microsoft.com/office/drawing/2014/main" id="{3210AAF4-55F5-350A-28C2-4D17647434D1}"/>
              </a:ext>
            </a:extLst>
          </p:cNvPr>
          <p:cNvSpPr txBox="1">
            <a:spLocks/>
          </p:cNvSpPr>
          <p:nvPr/>
        </p:nvSpPr>
        <p:spPr>
          <a:xfrm>
            <a:off x="0" y="2"/>
            <a:ext cx="14630400" cy="1194098"/>
          </a:xfrm>
          <a:prstGeom prst="rect">
            <a:avLst/>
          </a:prstGeom>
          <a:solidFill>
            <a:schemeClr val="accent2">
              <a:lumMod val="40000"/>
              <a:lumOff val="60000"/>
            </a:schemeClr>
          </a:solidFill>
        </p:spPr>
        <p:txBody>
          <a:bodyPr>
            <a:normAutofit/>
          </a:bodyPr>
          <a:lstStyle>
            <a:lvl1pPr algn="l" defTabSz="1097280" rtl="0" eaLnBrk="1" latinLnBrk="0" hangingPunct="1">
              <a:lnSpc>
                <a:spcPct val="85000"/>
              </a:lnSpc>
              <a:spcBef>
                <a:spcPct val="0"/>
              </a:spcBef>
              <a:buNone/>
              <a:defRPr sz="5760" kern="1200" spc="-60" baseline="0">
                <a:solidFill>
                  <a:schemeClr val="tx1">
                    <a:lumMod val="75000"/>
                    <a:lumOff val="25000"/>
                  </a:schemeClr>
                </a:solidFill>
                <a:latin typeface="+mj-lt"/>
                <a:ea typeface="+mj-ea"/>
                <a:cs typeface="+mj-cs"/>
              </a:defRPr>
            </a:lvl1pPr>
          </a:lstStyle>
          <a:p>
            <a:pPr algn="ctr"/>
            <a:r>
              <a:rPr lang="en-IN" sz="6480" b="1" dirty="0">
                <a:ea typeface="Tahoma" panose="020B0604030504040204" pitchFamily="34" charset="0"/>
                <a:cs typeface="Times New Roman" panose="02020603050405020304" pitchFamily="18" charset="0"/>
              </a:rPr>
              <a:t>Natural Language Processing (NLP)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1285034"/>
            <a:ext cx="5486400" cy="6251385"/>
          </a:xfrm>
          <a:prstGeom prst="rect">
            <a:avLst/>
          </a:prstGeom>
        </p:spPr>
      </p:pic>
      <p:sp>
        <p:nvSpPr>
          <p:cNvPr id="3" name="Text 0"/>
          <p:cNvSpPr/>
          <p:nvPr/>
        </p:nvSpPr>
        <p:spPr>
          <a:xfrm>
            <a:off x="6280190" y="693063"/>
            <a:ext cx="7556421" cy="1417558"/>
          </a:xfrm>
          <a:prstGeom prst="rect">
            <a:avLst/>
          </a:prstGeom>
          <a:noFill/>
          <a:ln/>
        </p:spPr>
        <p:txBody>
          <a:bodyPr wrap="square" lIns="0" tIns="0" rIns="0" bIns="0" rtlCol="0" anchor="t"/>
          <a:lstStyle/>
          <a:p>
            <a:pPr marL="0" indent="0" algn="l">
              <a:lnSpc>
                <a:spcPts val="5550"/>
              </a:lnSpc>
              <a:buNone/>
            </a:pPr>
            <a:endParaRPr lang="en-US" sz="4450" dirty="0"/>
          </a:p>
        </p:txBody>
      </p:sp>
      <p:sp>
        <p:nvSpPr>
          <p:cNvPr id="4" name="Shape 1"/>
          <p:cNvSpPr/>
          <p:nvPr/>
        </p:nvSpPr>
        <p:spPr>
          <a:xfrm>
            <a:off x="6280190" y="2450783"/>
            <a:ext cx="510302" cy="510302"/>
          </a:xfrm>
          <a:prstGeom prst="roundRect">
            <a:avLst>
              <a:gd name="adj" fmla="val 6667"/>
            </a:avLst>
          </a:prstGeom>
          <a:solidFill>
            <a:srgbClr val="F9F7F7"/>
          </a:solidFill>
          <a:ln/>
        </p:spPr>
      </p:sp>
      <p:sp>
        <p:nvSpPr>
          <p:cNvPr id="5" name="Text 2"/>
          <p:cNvSpPr/>
          <p:nvPr/>
        </p:nvSpPr>
        <p:spPr>
          <a:xfrm>
            <a:off x="7017306" y="252864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Text Cleaning</a:t>
            </a:r>
            <a:endParaRPr lang="en-US" sz="2200" dirty="0"/>
          </a:p>
        </p:txBody>
      </p:sp>
      <p:sp>
        <p:nvSpPr>
          <p:cNvPr id="6" name="Text 3"/>
          <p:cNvSpPr/>
          <p:nvPr/>
        </p:nvSpPr>
        <p:spPr>
          <a:xfrm>
            <a:off x="7017306" y="3019068"/>
            <a:ext cx="681930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Crucial for accurate sentiment analysis</a:t>
            </a:r>
            <a:endParaRPr lang="en-US" sz="1750" dirty="0"/>
          </a:p>
        </p:txBody>
      </p:sp>
      <p:sp>
        <p:nvSpPr>
          <p:cNvPr id="7" name="Shape 4"/>
          <p:cNvSpPr/>
          <p:nvPr/>
        </p:nvSpPr>
        <p:spPr>
          <a:xfrm>
            <a:off x="6280190" y="3835598"/>
            <a:ext cx="510302" cy="510302"/>
          </a:xfrm>
          <a:prstGeom prst="roundRect">
            <a:avLst>
              <a:gd name="adj" fmla="val 6667"/>
            </a:avLst>
          </a:prstGeom>
          <a:solidFill>
            <a:srgbClr val="F9F7F7"/>
          </a:solidFill>
          <a:ln/>
        </p:spPr>
      </p:sp>
      <p:sp>
        <p:nvSpPr>
          <p:cNvPr id="8" name="Text 5"/>
          <p:cNvSpPr/>
          <p:nvPr/>
        </p:nvSpPr>
        <p:spPr>
          <a:xfrm>
            <a:off x="7017306" y="3913465"/>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Remove URLs</a:t>
            </a:r>
            <a:endParaRPr lang="en-US" sz="2200" dirty="0"/>
          </a:p>
        </p:txBody>
      </p:sp>
      <p:sp>
        <p:nvSpPr>
          <p:cNvPr id="9" name="Text 6"/>
          <p:cNvSpPr/>
          <p:nvPr/>
        </p:nvSpPr>
        <p:spPr>
          <a:xfrm>
            <a:off x="7017306" y="4403884"/>
            <a:ext cx="681930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Eliminates irrelevant website links</a:t>
            </a:r>
            <a:endParaRPr lang="en-US" sz="1750" dirty="0"/>
          </a:p>
        </p:txBody>
      </p:sp>
      <p:sp>
        <p:nvSpPr>
          <p:cNvPr id="10" name="Shape 7"/>
          <p:cNvSpPr/>
          <p:nvPr/>
        </p:nvSpPr>
        <p:spPr>
          <a:xfrm>
            <a:off x="6280190" y="5220414"/>
            <a:ext cx="510302" cy="510302"/>
          </a:xfrm>
          <a:prstGeom prst="roundRect">
            <a:avLst>
              <a:gd name="adj" fmla="val 6667"/>
            </a:avLst>
          </a:prstGeom>
          <a:solidFill>
            <a:srgbClr val="F9F7F7"/>
          </a:solidFill>
          <a:ln/>
        </p:spPr>
      </p:sp>
      <p:sp>
        <p:nvSpPr>
          <p:cNvPr id="11" name="Text 8"/>
          <p:cNvSpPr/>
          <p:nvPr/>
        </p:nvSpPr>
        <p:spPr>
          <a:xfrm>
            <a:off x="7017306" y="5298281"/>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Remove Hashtags</a:t>
            </a:r>
            <a:endParaRPr lang="en-US" sz="2200" dirty="0"/>
          </a:p>
        </p:txBody>
      </p:sp>
      <p:sp>
        <p:nvSpPr>
          <p:cNvPr id="12" name="Text 9"/>
          <p:cNvSpPr/>
          <p:nvPr/>
        </p:nvSpPr>
        <p:spPr>
          <a:xfrm>
            <a:off x="7017306" y="5788700"/>
            <a:ext cx="681930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Cleans noise from topic markers</a:t>
            </a:r>
            <a:endParaRPr lang="en-US" sz="1750" dirty="0"/>
          </a:p>
        </p:txBody>
      </p:sp>
      <p:sp>
        <p:nvSpPr>
          <p:cNvPr id="13" name="Shape 10"/>
          <p:cNvSpPr/>
          <p:nvPr/>
        </p:nvSpPr>
        <p:spPr>
          <a:xfrm>
            <a:off x="6280190" y="6605230"/>
            <a:ext cx="510302" cy="510302"/>
          </a:xfrm>
          <a:prstGeom prst="roundRect">
            <a:avLst>
              <a:gd name="adj" fmla="val 6667"/>
            </a:avLst>
          </a:prstGeom>
          <a:solidFill>
            <a:srgbClr val="F9F7F7"/>
          </a:solidFill>
          <a:ln/>
        </p:spPr>
      </p:sp>
      <p:sp>
        <p:nvSpPr>
          <p:cNvPr id="14" name="Text 11"/>
          <p:cNvSpPr/>
          <p:nvPr/>
        </p:nvSpPr>
        <p:spPr>
          <a:xfrm>
            <a:off x="7017306" y="6683097"/>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Remove Emojis</a:t>
            </a:r>
            <a:endParaRPr lang="en-US" sz="2200" dirty="0"/>
          </a:p>
        </p:txBody>
      </p:sp>
      <p:sp>
        <p:nvSpPr>
          <p:cNvPr id="15" name="Text 12"/>
          <p:cNvSpPr/>
          <p:nvPr/>
        </p:nvSpPr>
        <p:spPr>
          <a:xfrm>
            <a:off x="7017306" y="7173516"/>
            <a:ext cx="6819305" cy="362903"/>
          </a:xfrm>
          <a:prstGeom prst="rect">
            <a:avLst/>
          </a:prstGeom>
          <a:noFill/>
          <a:ln/>
        </p:spPr>
        <p:txBody>
          <a:bodyPr wrap="non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Simplifies text for analysis</a:t>
            </a:r>
            <a:endParaRPr lang="en-US" sz="1750" dirty="0"/>
          </a:p>
        </p:txBody>
      </p:sp>
      <p:sp>
        <p:nvSpPr>
          <p:cNvPr id="16" name="Title 1">
            <a:extLst>
              <a:ext uri="{FF2B5EF4-FFF2-40B4-BE49-F238E27FC236}">
                <a16:creationId xmlns:a16="http://schemas.microsoft.com/office/drawing/2014/main" id="{DEB99B0F-2378-C0B1-B1C9-D53DBBE4CB5C}"/>
              </a:ext>
            </a:extLst>
          </p:cNvPr>
          <p:cNvSpPr txBox="1">
            <a:spLocks/>
          </p:cNvSpPr>
          <p:nvPr/>
        </p:nvSpPr>
        <p:spPr>
          <a:xfrm>
            <a:off x="0" y="984"/>
            <a:ext cx="14630400" cy="1284050"/>
          </a:xfrm>
          <a:prstGeom prst="rect">
            <a:avLst/>
          </a:prstGeom>
        </p:spPr>
        <p:style>
          <a:lnRef idx="0">
            <a:schemeClr val="accent2"/>
          </a:lnRef>
          <a:fillRef idx="3">
            <a:schemeClr val="accent2"/>
          </a:fillRef>
          <a:effectRef idx="3">
            <a:schemeClr val="accent2"/>
          </a:effectRef>
          <a:fontRef idx="minor">
            <a:schemeClr val="lt1"/>
          </a:fontRef>
        </p:style>
        <p:txBody>
          <a:bodyPr>
            <a:noAutofit/>
          </a:bodyPr>
          <a:lstStyle>
            <a:lvl1pPr algn="l" defTabSz="1097280" rtl="0" eaLnBrk="1" latinLnBrk="0" hangingPunct="1">
              <a:lnSpc>
                <a:spcPct val="85000"/>
              </a:lnSpc>
              <a:spcBef>
                <a:spcPct val="0"/>
              </a:spcBef>
              <a:buNone/>
              <a:defRPr sz="5760" kern="1200" spc="-60" baseline="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r>
              <a:rPr lang="en-IN" sz="6480" b="1" kern="100" dirty="0">
                <a:latin typeface="+mj-lt"/>
                <a:cs typeface="Times New Roman" panose="02020603050405020304" pitchFamily="18" charset="0"/>
              </a:rPr>
              <a:t>Preprocessing Tweet Content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b="48157"/>
          <a:stretch/>
        </p:blipFill>
        <p:spPr>
          <a:xfrm>
            <a:off x="65961" y="2523538"/>
            <a:ext cx="5486400" cy="3259566"/>
          </a:xfrm>
          <a:prstGeom prst="rect">
            <a:avLst/>
          </a:prstGeom>
        </p:spPr>
      </p:pic>
      <p:sp>
        <p:nvSpPr>
          <p:cNvPr id="3" name="Text 0"/>
          <p:cNvSpPr/>
          <p:nvPr/>
        </p:nvSpPr>
        <p:spPr>
          <a:xfrm>
            <a:off x="6280190" y="640437"/>
            <a:ext cx="7556421" cy="1417558"/>
          </a:xfrm>
          <a:prstGeom prst="rect">
            <a:avLst/>
          </a:prstGeom>
          <a:noFill/>
          <a:ln/>
        </p:spPr>
        <p:txBody>
          <a:bodyPr wrap="square" lIns="0" tIns="0" rIns="0" bIns="0" rtlCol="0" anchor="t"/>
          <a:lstStyle/>
          <a:p>
            <a:pPr marL="0" indent="0" algn="l">
              <a:lnSpc>
                <a:spcPts val="5550"/>
              </a:lnSpc>
              <a:buNone/>
            </a:pPr>
            <a:endParaRPr lang="en-US" sz="4450" dirty="0"/>
          </a:p>
        </p:txBody>
      </p:sp>
      <p:pic>
        <p:nvPicPr>
          <p:cNvPr id="4" name="Image 1" descr="preencoded.png"/>
          <p:cNvPicPr>
            <a:picLocks noChangeAspect="1"/>
          </p:cNvPicPr>
          <p:nvPr/>
        </p:nvPicPr>
        <p:blipFill>
          <a:blip r:embed="rId4"/>
          <a:stretch>
            <a:fillRect/>
          </a:stretch>
        </p:blipFill>
        <p:spPr>
          <a:xfrm>
            <a:off x="6280190" y="2398157"/>
            <a:ext cx="566976" cy="566976"/>
          </a:xfrm>
          <a:prstGeom prst="rect">
            <a:avLst/>
          </a:prstGeom>
        </p:spPr>
      </p:pic>
      <p:sp>
        <p:nvSpPr>
          <p:cNvPr id="5" name="Text 1"/>
          <p:cNvSpPr/>
          <p:nvPr/>
        </p:nvSpPr>
        <p:spPr>
          <a:xfrm>
            <a:off x="6280190" y="3191947"/>
            <a:ext cx="2329815" cy="708660"/>
          </a:xfrm>
          <a:prstGeom prst="rect">
            <a:avLst/>
          </a:prstGeom>
          <a:noFill/>
          <a:ln/>
        </p:spPr>
        <p:txBody>
          <a:bodyPr wrap="squar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Logistic Regression</a:t>
            </a:r>
            <a:endParaRPr lang="en-US" sz="2200" dirty="0"/>
          </a:p>
        </p:txBody>
      </p:sp>
      <p:sp>
        <p:nvSpPr>
          <p:cNvPr id="6" name="Text 2"/>
          <p:cNvSpPr/>
          <p:nvPr/>
        </p:nvSpPr>
        <p:spPr>
          <a:xfrm>
            <a:off x="6280190" y="4036695"/>
            <a:ext cx="2329815" cy="725805"/>
          </a:xfrm>
          <a:prstGeom prst="rect">
            <a:avLst/>
          </a:prstGeom>
          <a:noFill/>
          <a:ln/>
        </p:spPr>
        <p:txBody>
          <a:bodyPr wrap="squar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Simple, efficient binary classification</a:t>
            </a:r>
            <a:endParaRPr lang="en-US" sz="1750" dirty="0"/>
          </a:p>
        </p:txBody>
      </p:sp>
      <p:pic>
        <p:nvPicPr>
          <p:cNvPr id="7" name="Image 2" descr="preencoded.png"/>
          <p:cNvPicPr>
            <a:picLocks noChangeAspect="1"/>
          </p:cNvPicPr>
          <p:nvPr/>
        </p:nvPicPr>
        <p:blipFill>
          <a:blip r:embed="rId5"/>
          <a:stretch>
            <a:fillRect/>
          </a:stretch>
        </p:blipFill>
        <p:spPr>
          <a:xfrm>
            <a:off x="8893493" y="2398157"/>
            <a:ext cx="566976" cy="566976"/>
          </a:xfrm>
          <a:prstGeom prst="rect">
            <a:avLst/>
          </a:prstGeom>
        </p:spPr>
      </p:pic>
      <p:sp>
        <p:nvSpPr>
          <p:cNvPr id="8" name="Text 3"/>
          <p:cNvSpPr/>
          <p:nvPr/>
        </p:nvSpPr>
        <p:spPr>
          <a:xfrm>
            <a:off x="8893493" y="3191947"/>
            <a:ext cx="232981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SVM</a:t>
            </a:r>
            <a:endParaRPr lang="en-US" sz="2200" dirty="0"/>
          </a:p>
        </p:txBody>
      </p:sp>
      <p:sp>
        <p:nvSpPr>
          <p:cNvPr id="9" name="Text 4"/>
          <p:cNvSpPr/>
          <p:nvPr/>
        </p:nvSpPr>
        <p:spPr>
          <a:xfrm>
            <a:off x="8893493" y="3682365"/>
            <a:ext cx="2329815" cy="725805"/>
          </a:xfrm>
          <a:prstGeom prst="rect">
            <a:avLst/>
          </a:prstGeom>
          <a:noFill/>
          <a:ln/>
        </p:spPr>
        <p:txBody>
          <a:bodyPr wrap="squar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Effective in high-dimensional spaces</a:t>
            </a:r>
            <a:endParaRPr lang="en-US" sz="1750" dirty="0"/>
          </a:p>
        </p:txBody>
      </p:sp>
      <p:pic>
        <p:nvPicPr>
          <p:cNvPr id="10" name="Image 3" descr="preencoded.png"/>
          <p:cNvPicPr>
            <a:picLocks noChangeAspect="1"/>
          </p:cNvPicPr>
          <p:nvPr/>
        </p:nvPicPr>
        <p:blipFill>
          <a:blip r:embed="rId6"/>
          <a:stretch>
            <a:fillRect/>
          </a:stretch>
        </p:blipFill>
        <p:spPr>
          <a:xfrm>
            <a:off x="11506795" y="2398157"/>
            <a:ext cx="566976" cy="566976"/>
          </a:xfrm>
          <a:prstGeom prst="rect">
            <a:avLst/>
          </a:prstGeom>
        </p:spPr>
      </p:pic>
      <p:sp>
        <p:nvSpPr>
          <p:cNvPr id="11" name="Text 5"/>
          <p:cNvSpPr/>
          <p:nvPr/>
        </p:nvSpPr>
        <p:spPr>
          <a:xfrm>
            <a:off x="11506795" y="3191947"/>
            <a:ext cx="232981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Naive Bayes</a:t>
            </a:r>
            <a:endParaRPr lang="en-US" sz="2200" dirty="0"/>
          </a:p>
        </p:txBody>
      </p:sp>
      <p:sp>
        <p:nvSpPr>
          <p:cNvPr id="12" name="Text 6"/>
          <p:cNvSpPr/>
          <p:nvPr/>
        </p:nvSpPr>
        <p:spPr>
          <a:xfrm>
            <a:off x="11506795" y="3682365"/>
            <a:ext cx="2329815" cy="725805"/>
          </a:xfrm>
          <a:prstGeom prst="rect">
            <a:avLst/>
          </a:prstGeom>
          <a:noFill/>
          <a:ln/>
        </p:spPr>
        <p:txBody>
          <a:bodyPr wrap="squar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Fast, good for large datasets</a:t>
            </a:r>
            <a:endParaRPr lang="en-US" sz="1750" dirty="0"/>
          </a:p>
        </p:txBody>
      </p:sp>
      <p:pic>
        <p:nvPicPr>
          <p:cNvPr id="13" name="Image 4" descr="preencoded.png"/>
          <p:cNvPicPr>
            <a:picLocks noChangeAspect="1"/>
          </p:cNvPicPr>
          <p:nvPr/>
        </p:nvPicPr>
        <p:blipFill>
          <a:blip r:embed="rId7"/>
          <a:stretch>
            <a:fillRect/>
          </a:stretch>
        </p:blipFill>
        <p:spPr>
          <a:xfrm>
            <a:off x="6280190" y="5216128"/>
            <a:ext cx="566976" cy="566976"/>
          </a:xfrm>
          <a:prstGeom prst="rect">
            <a:avLst/>
          </a:prstGeom>
        </p:spPr>
      </p:pic>
      <p:sp>
        <p:nvSpPr>
          <p:cNvPr id="14" name="Text 7"/>
          <p:cNvSpPr/>
          <p:nvPr/>
        </p:nvSpPr>
        <p:spPr>
          <a:xfrm>
            <a:off x="6280190" y="6009918"/>
            <a:ext cx="2329815" cy="354330"/>
          </a:xfrm>
          <a:prstGeom prst="rect">
            <a:avLst/>
          </a:prstGeom>
          <a:noFill/>
          <a:ln/>
        </p:spPr>
        <p:txBody>
          <a:bodyPr wrap="none" lIns="0" tIns="0" rIns="0" bIns="0" rtlCol="0" anchor="t"/>
          <a:lstStyle/>
          <a:p>
            <a:pPr marL="0" indent="0" algn="l">
              <a:lnSpc>
                <a:spcPts val="2750"/>
              </a:lnSpc>
              <a:buNone/>
            </a:pPr>
            <a:r>
              <a:rPr lang="en-US" sz="2200" dirty="0">
                <a:solidFill>
                  <a:srgbClr val="504C49"/>
                </a:solidFill>
                <a:latin typeface="Platypi Medium" pitchFamily="34" charset="0"/>
                <a:ea typeface="Platypi Medium" pitchFamily="34" charset="-122"/>
                <a:cs typeface="Platypi Medium" pitchFamily="34" charset="-120"/>
              </a:rPr>
              <a:t>Scikit-learn</a:t>
            </a:r>
            <a:endParaRPr lang="en-US" sz="2200" dirty="0"/>
          </a:p>
        </p:txBody>
      </p:sp>
      <p:sp>
        <p:nvSpPr>
          <p:cNvPr id="15" name="Text 8"/>
          <p:cNvSpPr/>
          <p:nvPr/>
        </p:nvSpPr>
        <p:spPr>
          <a:xfrm>
            <a:off x="6280190" y="6500336"/>
            <a:ext cx="2329815" cy="1088708"/>
          </a:xfrm>
          <a:prstGeom prst="rect">
            <a:avLst/>
          </a:prstGeom>
          <a:noFill/>
          <a:ln/>
        </p:spPr>
        <p:txBody>
          <a:bodyPr wrap="square" lIns="0" tIns="0" rIns="0" bIns="0" rtlCol="0" anchor="t"/>
          <a:lstStyle/>
          <a:p>
            <a:pPr marL="0" indent="0" algn="l">
              <a:lnSpc>
                <a:spcPts val="2850"/>
              </a:lnSpc>
              <a:buNone/>
            </a:pPr>
            <a:r>
              <a:rPr lang="en-US" sz="1750" dirty="0">
                <a:solidFill>
                  <a:srgbClr val="504C49"/>
                </a:solidFill>
                <a:latin typeface="Source Serif Pro" pitchFamily="34" charset="0"/>
                <a:ea typeface="Source Serif Pro" pitchFamily="34" charset="-122"/>
                <a:cs typeface="Source Serif Pro" pitchFamily="34" charset="-120"/>
              </a:rPr>
              <a:t>Popular ML implementation library</a:t>
            </a:r>
            <a:endParaRPr lang="en-US" sz="1750" dirty="0"/>
          </a:p>
        </p:txBody>
      </p:sp>
      <p:sp>
        <p:nvSpPr>
          <p:cNvPr id="16" name="Title 1">
            <a:extLst>
              <a:ext uri="{FF2B5EF4-FFF2-40B4-BE49-F238E27FC236}">
                <a16:creationId xmlns:a16="http://schemas.microsoft.com/office/drawing/2014/main" id="{398999AE-1BDF-12EA-2E8A-C20D158707C6}"/>
              </a:ext>
            </a:extLst>
          </p:cNvPr>
          <p:cNvSpPr txBox="1">
            <a:spLocks/>
          </p:cNvSpPr>
          <p:nvPr/>
        </p:nvSpPr>
        <p:spPr>
          <a:xfrm>
            <a:off x="0" y="984"/>
            <a:ext cx="14630400" cy="1284050"/>
          </a:xfrm>
          <a:prstGeom prst="rect">
            <a:avLst/>
          </a:prstGeom>
        </p:spPr>
        <p:style>
          <a:lnRef idx="0">
            <a:schemeClr val="accent2"/>
          </a:lnRef>
          <a:fillRef idx="3">
            <a:schemeClr val="accent2"/>
          </a:fillRef>
          <a:effectRef idx="3">
            <a:schemeClr val="accent2"/>
          </a:effectRef>
          <a:fontRef idx="minor">
            <a:schemeClr val="lt1"/>
          </a:fontRef>
        </p:style>
        <p:txBody>
          <a:bodyPr>
            <a:noAutofit/>
          </a:bodyPr>
          <a:lstStyle>
            <a:lvl1pPr algn="l" defTabSz="1097280" rtl="0" eaLnBrk="1" latinLnBrk="0" hangingPunct="1">
              <a:lnSpc>
                <a:spcPct val="85000"/>
              </a:lnSpc>
              <a:spcBef>
                <a:spcPct val="0"/>
              </a:spcBef>
              <a:buNone/>
              <a:defRPr sz="5760" kern="1200" spc="-60" baseline="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r>
              <a:rPr lang="en-IN" sz="6480" b="1" kern="100" dirty="0">
                <a:latin typeface="+mj-lt"/>
                <a:cs typeface="Times New Roman" panose="02020603050405020304" pitchFamily="18" charset="0"/>
              </a:rPr>
              <a:t>Machine Learning Algorithms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nvSpPr>
        <p:spPr>
          <a:xfrm>
            <a:off x="1563310" y="2291384"/>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201B18"/>
                </a:solidFill>
                <a:latin typeface="Platypi Medium" pitchFamily="34" charset="0"/>
                <a:ea typeface="Platypi Medium" pitchFamily="34" charset="-122"/>
                <a:cs typeface="Platypi Medium" pitchFamily="34" charset="-120"/>
              </a:rPr>
              <a:t>Flask</a:t>
            </a:r>
            <a:endParaRPr lang="en-US" sz="2800" b="1" dirty="0"/>
          </a:p>
        </p:txBody>
      </p:sp>
      <p:sp>
        <p:nvSpPr>
          <p:cNvPr id="4" name="Text 2"/>
          <p:cNvSpPr/>
          <p:nvPr/>
        </p:nvSpPr>
        <p:spPr>
          <a:xfrm>
            <a:off x="1563310" y="2781411"/>
            <a:ext cx="6244709" cy="362903"/>
          </a:xfrm>
          <a:prstGeom prst="rect">
            <a:avLst/>
          </a:prstGeom>
          <a:noFill/>
          <a:ln/>
        </p:spPr>
        <p:txBody>
          <a:bodyPr wrap="none" lIns="0" tIns="0" rIns="0" bIns="0" rtlCol="0" anchor="t"/>
          <a:lstStyle/>
          <a:p>
            <a:pPr marL="0" indent="0" algn="l">
              <a:lnSpc>
                <a:spcPts val="2850"/>
              </a:lnSpc>
              <a:buNone/>
            </a:pPr>
            <a:r>
              <a:rPr lang="en-US" sz="2400" dirty="0">
                <a:latin typeface="Source Serif Pro" panose="02040603050405020204" pitchFamily="18" charset="0"/>
                <a:ea typeface="Source Serif Pro" panose="02040603050405020204" pitchFamily="18" charset="0"/>
              </a:rPr>
              <a:t>Web framework to create the user interface and handle requests/responses.</a:t>
            </a:r>
          </a:p>
        </p:txBody>
      </p:sp>
      <p:sp>
        <p:nvSpPr>
          <p:cNvPr id="5" name="Text 3"/>
          <p:cNvSpPr/>
          <p:nvPr/>
        </p:nvSpPr>
        <p:spPr>
          <a:xfrm>
            <a:off x="1563310" y="5179383"/>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201B18"/>
                </a:solidFill>
                <a:latin typeface="Platypi Medium" pitchFamily="34" charset="0"/>
                <a:ea typeface="Platypi Medium" pitchFamily="34" charset="-122"/>
                <a:cs typeface="Platypi Medium" pitchFamily="34" charset="-120"/>
              </a:rPr>
              <a:t>Scikit-learn</a:t>
            </a:r>
            <a:endParaRPr lang="en-US" sz="2800" b="1" dirty="0"/>
          </a:p>
        </p:txBody>
      </p:sp>
      <p:sp>
        <p:nvSpPr>
          <p:cNvPr id="6" name="Text 4"/>
          <p:cNvSpPr/>
          <p:nvPr/>
        </p:nvSpPr>
        <p:spPr>
          <a:xfrm>
            <a:off x="1563310" y="5753878"/>
            <a:ext cx="6244709" cy="362903"/>
          </a:xfrm>
          <a:prstGeom prst="rect">
            <a:avLst/>
          </a:prstGeom>
          <a:noFill/>
          <a:ln/>
        </p:spPr>
        <p:txBody>
          <a:bodyPr wrap="none" lIns="0" tIns="0" rIns="0" bIns="0" rtlCol="0" anchor="t"/>
          <a:lstStyle/>
          <a:p>
            <a:pPr marL="0" indent="0" algn="l">
              <a:lnSpc>
                <a:spcPts val="2850"/>
              </a:lnSpc>
              <a:buNone/>
            </a:pPr>
            <a:r>
              <a:rPr lang="en-US" sz="2400" dirty="0">
                <a:solidFill>
                  <a:srgbClr val="504C49"/>
                </a:solidFill>
                <a:latin typeface="Source Serif Pro" pitchFamily="34" charset="0"/>
                <a:ea typeface="Source Serif Pro" pitchFamily="34" charset="-122"/>
                <a:cs typeface="Source Serif Pro" pitchFamily="34" charset="-120"/>
              </a:rPr>
              <a:t>Machine learning tools</a:t>
            </a:r>
            <a:endParaRPr lang="en-US" sz="2400" dirty="0"/>
          </a:p>
        </p:txBody>
      </p:sp>
      <p:sp>
        <p:nvSpPr>
          <p:cNvPr id="9" name="Text 7"/>
          <p:cNvSpPr/>
          <p:nvPr/>
        </p:nvSpPr>
        <p:spPr>
          <a:xfrm>
            <a:off x="1563310" y="3735955"/>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201B18"/>
                </a:solidFill>
                <a:latin typeface="Platypi Medium" pitchFamily="34" charset="0"/>
                <a:ea typeface="Platypi Medium" pitchFamily="34" charset="-122"/>
                <a:cs typeface="Platypi Medium" pitchFamily="34" charset="-120"/>
              </a:rPr>
              <a:t>NLTK</a:t>
            </a:r>
            <a:endParaRPr lang="en-US" sz="2800" b="1" dirty="0"/>
          </a:p>
        </p:txBody>
      </p:sp>
      <p:sp>
        <p:nvSpPr>
          <p:cNvPr id="10" name="Text 8"/>
          <p:cNvSpPr/>
          <p:nvPr/>
        </p:nvSpPr>
        <p:spPr>
          <a:xfrm>
            <a:off x="1563310" y="4233412"/>
            <a:ext cx="3416310" cy="362903"/>
          </a:xfrm>
          <a:prstGeom prst="rect">
            <a:avLst/>
          </a:prstGeom>
          <a:noFill/>
          <a:ln/>
        </p:spPr>
        <p:txBody>
          <a:bodyPr wrap="none" lIns="0" tIns="0" rIns="0" bIns="0" rtlCol="0" anchor="t"/>
          <a:lstStyle/>
          <a:p>
            <a:pPr marL="0" indent="0" algn="l">
              <a:lnSpc>
                <a:spcPts val="2850"/>
              </a:lnSpc>
              <a:buNone/>
            </a:pPr>
            <a:r>
              <a:rPr lang="en-US" sz="2400" dirty="0">
                <a:latin typeface="Source Serif Pro" pitchFamily="34" charset="0"/>
                <a:ea typeface="Source Serif Pro" pitchFamily="34" charset="-122"/>
                <a:cs typeface="Source Serif Pro" pitchFamily="34" charset="-120"/>
              </a:rPr>
              <a:t>Natural language processing</a:t>
            </a:r>
            <a:endParaRPr lang="en-US" sz="2400" dirty="0"/>
          </a:p>
        </p:txBody>
      </p:sp>
      <p:sp>
        <p:nvSpPr>
          <p:cNvPr id="13" name="Title 1">
            <a:extLst>
              <a:ext uri="{FF2B5EF4-FFF2-40B4-BE49-F238E27FC236}">
                <a16:creationId xmlns:a16="http://schemas.microsoft.com/office/drawing/2014/main" id="{6CD7B4B8-76F6-D226-0743-965462E72BB9}"/>
              </a:ext>
            </a:extLst>
          </p:cNvPr>
          <p:cNvSpPr txBox="1">
            <a:spLocks/>
          </p:cNvSpPr>
          <p:nvPr/>
        </p:nvSpPr>
        <p:spPr>
          <a:xfrm>
            <a:off x="0" y="984"/>
            <a:ext cx="14630400" cy="1284050"/>
          </a:xfrm>
          <a:prstGeom prst="rect">
            <a:avLst/>
          </a:prstGeom>
        </p:spPr>
        <p:style>
          <a:lnRef idx="0">
            <a:schemeClr val="accent2"/>
          </a:lnRef>
          <a:fillRef idx="3">
            <a:schemeClr val="accent2"/>
          </a:fillRef>
          <a:effectRef idx="3">
            <a:schemeClr val="accent2"/>
          </a:effectRef>
          <a:fontRef idx="minor">
            <a:schemeClr val="lt1"/>
          </a:fontRef>
        </p:style>
        <p:txBody>
          <a:bodyPr>
            <a:noAutofit/>
          </a:bodyPr>
          <a:lstStyle>
            <a:lvl1pPr algn="l" defTabSz="1097280" rtl="0" eaLnBrk="1" latinLnBrk="0" hangingPunct="1">
              <a:lnSpc>
                <a:spcPct val="85000"/>
              </a:lnSpc>
              <a:spcBef>
                <a:spcPct val="0"/>
              </a:spcBef>
              <a:buNone/>
              <a:defRPr sz="5760" kern="1200" spc="-60" baseline="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r>
              <a:rPr lang="en-IN" sz="6480" b="1" kern="100" dirty="0">
                <a:latin typeface="+mj-lt"/>
                <a:cs typeface="Times New Roman" panose="02020603050405020304" pitchFamily="18" charset="0"/>
              </a:rPr>
              <a:t>Python Libraries</a:t>
            </a:r>
            <a:endParaRPr lang="en-US" sz="6480" b="1" dirty="0">
              <a:latin typeface="+mj-lt"/>
            </a:endParaRPr>
          </a:p>
        </p:txBody>
      </p:sp>
      <p:sp>
        <p:nvSpPr>
          <p:cNvPr id="2" name="Text 3">
            <a:extLst>
              <a:ext uri="{FF2B5EF4-FFF2-40B4-BE49-F238E27FC236}">
                <a16:creationId xmlns:a16="http://schemas.microsoft.com/office/drawing/2014/main" id="{09C7F7D3-5BC1-DA61-B991-B556A61F6E25}"/>
              </a:ext>
            </a:extLst>
          </p:cNvPr>
          <p:cNvSpPr/>
          <p:nvPr/>
        </p:nvSpPr>
        <p:spPr>
          <a:xfrm>
            <a:off x="1563310" y="6522684"/>
            <a:ext cx="2835235" cy="354330"/>
          </a:xfrm>
          <a:prstGeom prst="rect">
            <a:avLst/>
          </a:prstGeom>
          <a:noFill/>
          <a:ln/>
        </p:spPr>
        <p:txBody>
          <a:bodyPr wrap="none" lIns="0" tIns="0" rIns="0" bIns="0" rtlCol="0" anchor="t"/>
          <a:lstStyle/>
          <a:p>
            <a:pPr marL="0" indent="0" algn="l">
              <a:lnSpc>
                <a:spcPts val="2750"/>
              </a:lnSpc>
              <a:buNone/>
            </a:pPr>
            <a:r>
              <a:rPr lang="en-US" sz="2800" b="1" dirty="0">
                <a:solidFill>
                  <a:srgbClr val="201B18"/>
                </a:solidFill>
                <a:latin typeface="Platypi Medium" pitchFamily="34" charset="0"/>
                <a:ea typeface="Platypi Medium" pitchFamily="34" charset="-122"/>
                <a:cs typeface="Platypi Medium" pitchFamily="34" charset="-120"/>
              </a:rPr>
              <a:t>re</a:t>
            </a:r>
            <a:endParaRPr lang="en-US" sz="2800" b="1" dirty="0"/>
          </a:p>
        </p:txBody>
      </p:sp>
      <p:sp>
        <p:nvSpPr>
          <p:cNvPr id="14" name="Text 4">
            <a:extLst>
              <a:ext uri="{FF2B5EF4-FFF2-40B4-BE49-F238E27FC236}">
                <a16:creationId xmlns:a16="http://schemas.microsoft.com/office/drawing/2014/main" id="{FAEDACB0-B270-0610-9BF3-BFAAC4CE6B43}"/>
              </a:ext>
            </a:extLst>
          </p:cNvPr>
          <p:cNvSpPr/>
          <p:nvPr/>
        </p:nvSpPr>
        <p:spPr>
          <a:xfrm>
            <a:off x="1563310" y="7092892"/>
            <a:ext cx="6244709" cy="362903"/>
          </a:xfrm>
          <a:prstGeom prst="rect">
            <a:avLst/>
          </a:prstGeom>
          <a:noFill/>
          <a:ln/>
        </p:spPr>
        <p:txBody>
          <a:bodyPr wrap="none" lIns="0" tIns="0" rIns="0" bIns="0" rtlCol="0" anchor="t"/>
          <a:lstStyle/>
          <a:p>
            <a:pPr marL="0" indent="0" algn="l">
              <a:lnSpc>
                <a:spcPts val="2850"/>
              </a:lnSpc>
              <a:buNone/>
            </a:pPr>
            <a:r>
              <a:rPr lang="en-US" sz="2400" dirty="0">
                <a:solidFill>
                  <a:srgbClr val="504C49"/>
                </a:solidFill>
                <a:latin typeface="Source Serif Pro" pitchFamily="34" charset="0"/>
                <a:ea typeface="Source Serif Pro" pitchFamily="34" charset="-122"/>
              </a:rPr>
              <a:t>Regex for removing mentions, URLs, etc.</a:t>
            </a:r>
            <a:endParaRPr lang="en-US" sz="2400" dirty="0"/>
          </a:p>
        </p:txBody>
      </p:sp>
      <p:graphicFrame>
        <p:nvGraphicFramePr>
          <p:cNvPr id="15" name="Table 14">
            <a:extLst>
              <a:ext uri="{FF2B5EF4-FFF2-40B4-BE49-F238E27FC236}">
                <a16:creationId xmlns:a16="http://schemas.microsoft.com/office/drawing/2014/main" id="{CD64B581-52F2-7B89-AAC1-BE6DACFE16A8}"/>
              </a:ext>
            </a:extLst>
          </p:cNvPr>
          <p:cNvGraphicFramePr>
            <a:graphicFrameLocks noGrp="1"/>
          </p:cNvGraphicFramePr>
          <p:nvPr/>
        </p:nvGraphicFramePr>
        <p:xfrm>
          <a:off x="1316038" y="4418044"/>
          <a:ext cx="12071350" cy="420624"/>
        </p:xfrm>
        <a:graphic>
          <a:graphicData uri="http://schemas.openxmlformats.org/drawingml/2006/table">
            <a:tbl>
              <a:tblPr/>
              <a:tblGrid>
                <a:gridCol w="12071350">
                  <a:extLst>
                    <a:ext uri="{9D8B030D-6E8A-4147-A177-3AD203B41FA5}">
                      <a16:colId xmlns:a16="http://schemas.microsoft.com/office/drawing/2014/main" val="3696997685"/>
                    </a:ext>
                  </a:extLst>
                </a:gridCol>
              </a:tblGrid>
              <a:tr h="0">
                <a:tc>
                  <a:txBody>
                    <a:bodyPr/>
                    <a:lstStyle/>
                    <a:p>
                      <a:endParaRPr lang="en-IN"/>
                    </a:p>
                  </a:txBody>
                  <a:tcPr anchor="ctr">
                    <a:lnL>
                      <a:noFill/>
                    </a:lnL>
                    <a:lnR>
                      <a:noFill/>
                    </a:lnR>
                    <a:lnT>
                      <a:noFill/>
                    </a:lnT>
                    <a:lnB>
                      <a:noFill/>
                    </a:lnB>
                    <a:noFill/>
                  </a:tcPr>
                </a:tc>
                <a:extLst>
                  <a:ext uri="{0D108BD9-81ED-4DB2-BD59-A6C34878D82A}">
                    <a16:rowId xmlns:a16="http://schemas.microsoft.com/office/drawing/2014/main" val="232116564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1"/>
          <p:cNvSpPr/>
          <p:nvPr/>
        </p:nvSpPr>
        <p:spPr>
          <a:xfrm>
            <a:off x="972383" y="1655683"/>
            <a:ext cx="22860" cy="5998726"/>
          </a:xfrm>
          <a:prstGeom prst="roundRect">
            <a:avLst>
              <a:gd name="adj" fmla="val 137978"/>
            </a:avLst>
          </a:prstGeom>
          <a:solidFill>
            <a:srgbClr val="D8D4D4"/>
          </a:solidFill>
          <a:ln/>
        </p:spPr>
      </p:sp>
      <p:sp>
        <p:nvSpPr>
          <p:cNvPr id="4" name="Shape 2"/>
          <p:cNvSpPr/>
          <p:nvPr/>
        </p:nvSpPr>
        <p:spPr>
          <a:xfrm>
            <a:off x="1186041" y="1880711"/>
            <a:ext cx="630793" cy="22860"/>
          </a:xfrm>
          <a:prstGeom prst="roundRect">
            <a:avLst>
              <a:gd name="adj" fmla="val 137978"/>
            </a:avLst>
          </a:prstGeom>
          <a:solidFill>
            <a:srgbClr val="D8D4D4"/>
          </a:solidFill>
          <a:ln/>
        </p:spPr>
      </p:sp>
      <p:sp>
        <p:nvSpPr>
          <p:cNvPr id="5" name="Shape 3"/>
          <p:cNvSpPr/>
          <p:nvPr/>
        </p:nvSpPr>
        <p:spPr>
          <a:xfrm>
            <a:off x="735866" y="1655683"/>
            <a:ext cx="473035" cy="473035"/>
          </a:xfrm>
          <a:prstGeom prst="roundRect">
            <a:avLst>
              <a:gd name="adj" fmla="val 6668"/>
            </a:avLst>
          </a:prstGeom>
          <a:solidFill>
            <a:srgbClr val="F9F7F7"/>
          </a:solidFill>
          <a:ln/>
        </p:spPr>
      </p:sp>
      <p:sp>
        <p:nvSpPr>
          <p:cNvPr id="6" name="Text 4"/>
          <p:cNvSpPr/>
          <p:nvPr/>
        </p:nvSpPr>
        <p:spPr>
          <a:xfrm>
            <a:off x="814626" y="1695033"/>
            <a:ext cx="315397" cy="394216"/>
          </a:xfrm>
          <a:prstGeom prst="rect">
            <a:avLst/>
          </a:prstGeom>
          <a:noFill/>
          <a:ln/>
        </p:spPr>
        <p:txBody>
          <a:bodyPr wrap="none" lIns="0" tIns="0" rIns="0" bIns="0" rtlCol="0" anchor="t"/>
          <a:lstStyle/>
          <a:p>
            <a:pPr marL="0" indent="0" algn="ctr">
              <a:lnSpc>
                <a:spcPts val="2450"/>
              </a:lnSpc>
              <a:buNone/>
            </a:pPr>
            <a:r>
              <a:rPr lang="en-US" sz="2450" dirty="0">
                <a:solidFill>
                  <a:srgbClr val="504C49"/>
                </a:solidFill>
                <a:latin typeface="Platypi Medium" pitchFamily="34" charset="0"/>
                <a:ea typeface="Platypi Medium" pitchFamily="34" charset="-122"/>
                <a:cs typeface="Platypi Medium" pitchFamily="34" charset="-120"/>
              </a:rPr>
              <a:t>1</a:t>
            </a:r>
            <a:endParaRPr lang="en-US" sz="2450" dirty="0"/>
          </a:p>
        </p:txBody>
      </p:sp>
      <p:sp>
        <p:nvSpPr>
          <p:cNvPr id="7" name="Text 5"/>
          <p:cNvSpPr/>
          <p:nvPr/>
        </p:nvSpPr>
        <p:spPr>
          <a:xfrm>
            <a:off x="2023824" y="1727954"/>
            <a:ext cx="2628424" cy="328613"/>
          </a:xfrm>
          <a:prstGeom prst="rect">
            <a:avLst/>
          </a:prstGeom>
          <a:noFill/>
          <a:ln/>
        </p:spPr>
        <p:txBody>
          <a:bodyPr wrap="none" lIns="0" tIns="0" rIns="0" bIns="0" rtlCol="0" anchor="t"/>
          <a:lstStyle/>
          <a:p>
            <a:pPr marL="0" indent="0" algn="l">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Data Collection</a:t>
            </a:r>
            <a:endParaRPr lang="en-US" sz="2050" dirty="0"/>
          </a:p>
        </p:txBody>
      </p:sp>
      <p:sp>
        <p:nvSpPr>
          <p:cNvPr id="8" name="Text 6"/>
          <p:cNvSpPr/>
          <p:nvPr/>
        </p:nvSpPr>
        <p:spPr>
          <a:xfrm>
            <a:off x="2023824" y="2182654"/>
            <a:ext cx="11870650" cy="336352"/>
          </a:xfrm>
          <a:prstGeom prst="rect">
            <a:avLst/>
          </a:prstGeom>
          <a:noFill/>
          <a:ln/>
        </p:spPr>
        <p:txBody>
          <a:bodyPr wrap="none" lIns="0" tIns="0" rIns="0" bIns="0" rtlCol="0" anchor="t"/>
          <a:lstStyle/>
          <a:p>
            <a:pPr marL="0" indent="0" algn="l">
              <a:lnSpc>
                <a:spcPts val="2600"/>
              </a:lnSpc>
              <a:buNone/>
            </a:pPr>
            <a:r>
              <a:rPr lang="en-US" sz="1650" dirty="0">
                <a:solidFill>
                  <a:srgbClr val="504C49"/>
                </a:solidFill>
                <a:latin typeface="Source Serif Pro" pitchFamily="34" charset="0"/>
                <a:ea typeface="Source Serif Pro" pitchFamily="34" charset="-122"/>
                <a:cs typeface="Source Serif Pro" pitchFamily="34" charset="-120"/>
              </a:rPr>
              <a:t>Gather tweets with Twitter API</a:t>
            </a:r>
            <a:endParaRPr lang="en-US" sz="1650" dirty="0"/>
          </a:p>
        </p:txBody>
      </p:sp>
      <p:sp>
        <p:nvSpPr>
          <p:cNvPr id="9" name="Shape 7"/>
          <p:cNvSpPr/>
          <p:nvPr/>
        </p:nvSpPr>
        <p:spPr>
          <a:xfrm>
            <a:off x="1186041" y="3164562"/>
            <a:ext cx="630793" cy="22860"/>
          </a:xfrm>
          <a:prstGeom prst="roundRect">
            <a:avLst>
              <a:gd name="adj" fmla="val 137978"/>
            </a:avLst>
          </a:prstGeom>
          <a:solidFill>
            <a:srgbClr val="D8D4D4"/>
          </a:solidFill>
          <a:ln/>
        </p:spPr>
      </p:sp>
      <p:sp>
        <p:nvSpPr>
          <p:cNvPr id="10" name="Shape 8"/>
          <p:cNvSpPr/>
          <p:nvPr/>
        </p:nvSpPr>
        <p:spPr>
          <a:xfrm>
            <a:off x="735866" y="2939534"/>
            <a:ext cx="473035" cy="473035"/>
          </a:xfrm>
          <a:prstGeom prst="roundRect">
            <a:avLst>
              <a:gd name="adj" fmla="val 6668"/>
            </a:avLst>
          </a:prstGeom>
          <a:solidFill>
            <a:srgbClr val="F9F7F7"/>
          </a:solidFill>
          <a:ln/>
        </p:spPr>
      </p:sp>
      <p:sp>
        <p:nvSpPr>
          <p:cNvPr id="11" name="Text 9"/>
          <p:cNvSpPr/>
          <p:nvPr/>
        </p:nvSpPr>
        <p:spPr>
          <a:xfrm>
            <a:off x="814626" y="2978884"/>
            <a:ext cx="315397" cy="394216"/>
          </a:xfrm>
          <a:prstGeom prst="rect">
            <a:avLst/>
          </a:prstGeom>
          <a:noFill/>
          <a:ln/>
        </p:spPr>
        <p:txBody>
          <a:bodyPr wrap="none" lIns="0" tIns="0" rIns="0" bIns="0" rtlCol="0" anchor="t"/>
          <a:lstStyle/>
          <a:p>
            <a:pPr marL="0" indent="0" algn="ctr">
              <a:lnSpc>
                <a:spcPts val="2450"/>
              </a:lnSpc>
              <a:buNone/>
            </a:pPr>
            <a:r>
              <a:rPr lang="en-US" sz="2450" dirty="0">
                <a:solidFill>
                  <a:srgbClr val="504C49"/>
                </a:solidFill>
                <a:latin typeface="Platypi Medium" pitchFamily="34" charset="0"/>
                <a:ea typeface="Platypi Medium" pitchFamily="34" charset="-122"/>
                <a:cs typeface="Platypi Medium" pitchFamily="34" charset="-120"/>
              </a:rPr>
              <a:t>2</a:t>
            </a:r>
            <a:endParaRPr lang="en-US" sz="2450" dirty="0"/>
          </a:p>
        </p:txBody>
      </p:sp>
      <p:sp>
        <p:nvSpPr>
          <p:cNvPr id="12" name="Text 10"/>
          <p:cNvSpPr/>
          <p:nvPr/>
        </p:nvSpPr>
        <p:spPr>
          <a:xfrm>
            <a:off x="2023824" y="3011805"/>
            <a:ext cx="2628424" cy="328613"/>
          </a:xfrm>
          <a:prstGeom prst="rect">
            <a:avLst/>
          </a:prstGeom>
          <a:noFill/>
          <a:ln/>
        </p:spPr>
        <p:txBody>
          <a:bodyPr wrap="none" lIns="0" tIns="0" rIns="0" bIns="0" rtlCol="0" anchor="t"/>
          <a:lstStyle/>
          <a:p>
            <a:pPr marL="0" indent="0" algn="l">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Preprocessing</a:t>
            </a:r>
            <a:endParaRPr lang="en-US" sz="2050" dirty="0"/>
          </a:p>
        </p:txBody>
      </p:sp>
      <p:sp>
        <p:nvSpPr>
          <p:cNvPr id="13" name="Text 11"/>
          <p:cNvSpPr/>
          <p:nvPr/>
        </p:nvSpPr>
        <p:spPr>
          <a:xfrm>
            <a:off x="2023824" y="3466505"/>
            <a:ext cx="11870650" cy="336352"/>
          </a:xfrm>
          <a:prstGeom prst="rect">
            <a:avLst/>
          </a:prstGeom>
          <a:noFill/>
          <a:ln/>
        </p:spPr>
        <p:txBody>
          <a:bodyPr wrap="none" lIns="0" tIns="0" rIns="0" bIns="0" rtlCol="0" anchor="t"/>
          <a:lstStyle/>
          <a:p>
            <a:pPr marL="0" indent="0" algn="l">
              <a:lnSpc>
                <a:spcPts val="2600"/>
              </a:lnSpc>
              <a:buNone/>
            </a:pPr>
            <a:r>
              <a:rPr lang="en-US" sz="1650" dirty="0">
                <a:solidFill>
                  <a:srgbClr val="504C49"/>
                </a:solidFill>
                <a:latin typeface="Source Serif Pro" pitchFamily="34" charset="0"/>
                <a:ea typeface="Source Serif Pro" pitchFamily="34" charset="-122"/>
                <a:cs typeface="Source Serif Pro" pitchFamily="34" charset="-120"/>
              </a:rPr>
              <a:t>Clean and transform tweets</a:t>
            </a:r>
            <a:endParaRPr lang="en-US" sz="1650" dirty="0"/>
          </a:p>
        </p:txBody>
      </p:sp>
      <p:sp>
        <p:nvSpPr>
          <p:cNvPr id="14" name="Shape 12"/>
          <p:cNvSpPr/>
          <p:nvPr/>
        </p:nvSpPr>
        <p:spPr>
          <a:xfrm>
            <a:off x="1186041" y="4448413"/>
            <a:ext cx="630793" cy="22860"/>
          </a:xfrm>
          <a:prstGeom prst="roundRect">
            <a:avLst>
              <a:gd name="adj" fmla="val 137978"/>
            </a:avLst>
          </a:prstGeom>
          <a:solidFill>
            <a:srgbClr val="D8D4D4"/>
          </a:solidFill>
          <a:ln/>
        </p:spPr>
      </p:sp>
      <p:sp>
        <p:nvSpPr>
          <p:cNvPr id="15" name="Shape 13"/>
          <p:cNvSpPr/>
          <p:nvPr/>
        </p:nvSpPr>
        <p:spPr>
          <a:xfrm>
            <a:off x="735866" y="4223385"/>
            <a:ext cx="473035" cy="473035"/>
          </a:xfrm>
          <a:prstGeom prst="roundRect">
            <a:avLst>
              <a:gd name="adj" fmla="val 6668"/>
            </a:avLst>
          </a:prstGeom>
          <a:solidFill>
            <a:srgbClr val="F9F7F7"/>
          </a:solidFill>
          <a:ln/>
        </p:spPr>
      </p:sp>
      <p:sp>
        <p:nvSpPr>
          <p:cNvPr id="16" name="Text 14"/>
          <p:cNvSpPr/>
          <p:nvPr/>
        </p:nvSpPr>
        <p:spPr>
          <a:xfrm>
            <a:off x="814626" y="4262735"/>
            <a:ext cx="315397" cy="394216"/>
          </a:xfrm>
          <a:prstGeom prst="rect">
            <a:avLst/>
          </a:prstGeom>
          <a:noFill/>
          <a:ln/>
        </p:spPr>
        <p:txBody>
          <a:bodyPr wrap="none" lIns="0" tIns="0" rIns="0" bIns="0" rtlCol="0" anchor="t"/>
          <a:lstStyle/>
          <a:p>
            <a:pPr marL="0" indent="0" algn="ctr">
              <a:lnSpc>
                <a:spcPts val="2450"/>
              </a:lnSpc>
              <a:buNone/>
            </a:pPr>
            <a:r>
              <a:rPr lang="en-US" sz="2450" dirty="0">
                <a:solidFill>
                  <a:srgbClr val="504C49"/>
                </a:solidFill>
                <a:latin typeface="Platypi Medium" pitchFamily="34" charset="0"/>
                <a:ea typeface="Platypi Medium" pitchFamily="34" charset="-122"/>
                <a:cs typeface="Platypi Medium" pitchFamily="34" charset="-120"/>
              </a:rPr>
              <a:t>3</a:t>
            </a:r>
            <a:endParaRPr lang="en-US" sz="2450" dirty="0"/>
          </a:p>
        </p:txBody>
      </p:sp>
      <p:sp>
        <p:nvSpPr>
          <p:cNvPr id="17" name="Text 15"/>
          <p:cNvSpPr/>
          <p:nvPr/>
        </p:nvSpPr>
        <p:spPr>
          <a:xfrm>
            <a:off x="2023824" y="4295656"/>
            <a:ext cx="2628424" cy="328613"/>
          </a:xfrm>
          <a:prstGeom prst="rect">
            <a:avLst/>
          </a:prstGeom>
          <a:noFill/>
          <a:ln/>
        </p:spPr>
        <p:txBody>
          <a:bodyPr wrap="none" lIns="0" tIns="0" rIns="0" bIns="0" rtlCol="0" anchor="t"/>
          <a:lstStyle/>
          <a:p>
            <a:pPr marL="0" indent="0" algn="l">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Feature Extraction</a:t>
            </a:r>
            <a:endParaRPr lang="en-US" sz="2050" dirty="0"/>
          </a:p>
        </p:txBody>
      </p:sp>
      <p:sp>
        <p:nvSpPr>
          <p:cNvPr id="18" name="Text 16"/>
          <p:cNvSpPr/>
          <p:nvPr/>
        </p:nvSpPr>
        <p:spPr>
          <a:xfrm>
            <a:off x="2023824" y="4750356"/>
            <a:ext cx="11870650" cy="336352"/>
          </a:xfrm>
          <a:prstGeom prst="rect">
            <a:avLst/>
          </a:prstGeom>
          <a:noFill/>
          <a:ln/>
        </p:spPr>
        <p:txBody>
          <a:bodyPr wrap="none" lIns="0" tIns="0" rIns="0" bIns="0" rtlCol="0" anchor="t"/>
          <a:lstStyle/>
          <a:p>
            <a:pPr marL="0" indent="0" algn="l">
              <a:lnSpc>
                <a:spcPts val="2600"/>
              </a:lnSpc>
              <a:buNone/>
            </a:pPr>
            <a:r>
              <a:rPr lang="en-US" sz="1650" dirty="0">
                <a:solidFill>
                  <a:srgbClr val="504C49"/>
                </a:solidFill>
                <a:latin typeface="Source Serif Pro" pitchFamily="34" charset="0"/>
                <a:ea typeface="Source Serif Pro" pitchFamily="34" charset="-122"/>
                <a:cs typeface="Source Serif Pro" pitchFamily="34" charset="-120"/>
              </a:rPr>
              <a:t>Convert text to numeric features</a:t>
            </a:r>
            <a:endParaRPr lang="en-US" sz="1650" dirty="0"/>
          </a:p>
        </p:txBody>
      </p:sp>
      <p:sp>
        <p:nvSpPr>
          <p:cNvPr id="19" name="Shape 17"/>
          <p:cNvSpPr/>
          <p:nvPr/>
        </p:nvSpPr>
        <p:spPr>
          <a:xfrm>
            <a:off x="1186041" y="5732264"/>
            <a:ext cx="630793" cy="22860"/>
          </a:xfrm>
          <a:prstGeom prst="roundRect">
            <a:avLst>
              <a:gd name="adj" fmla="val 137978"/>
            </a:avLst>
          </a:prstGeom>
          <a:solidFill>
            <a:srgbClr val="D8D4D4"/>
          </a:solidFill>
          <a:ln/>
        </p:spPr>
      </p:sp>
      <p:sp>
        <p:nvSpPr>
          <p:cNvPr id="20" name="Shape 18"/>
          <p:cNvSpPr/>
          <p:nvPr/>
        </p:nvSpPr>
        <p:spPr>
          <a:xfrm>
            <a:off x="735866" y="5507236"/>
            <a:ext cx="473035" cy="473035"/>
          </a:xfrm>
          <a:prstGeom prst="roundRect">
            <a:avLst>
              <a:gd name="adj" fmla="val 6668"/>
            </a:avLst>
          </a:prstGeom>
          <a:solidFill>
            <a:srgbClr val="F9F7F7"/>
          </a:solidFill>
          <a:ln/>
        </p:spPr>
      </p:sp>
      <p:sp>
        <p:nvSpPr>
          <p:cNvPr id="21" name="Text 19"/>
          <p:cNvSpPr/>
          <p:nvPr/>
        </p:nvSpPr>
        <p:spPr>
          <a:xfrm>
            <a:off x="814626" y="5546586"/>
            <a:ext cx="315397" cy="394216"/>
          </a:xfrm>
          <a:prstGeom prst="rect">
            <a:avLst/>
          </a:prstGeom>
          <a:noFill/>
          <a:ln/>
        </p:spPr>
        <p:txBody>
          <a:bodyPr wrap="none" lIns="0" tIns="0" rIns="0" bIns="0" rtlCol="0" anchor="t"/>
          <a:lstStyle/>
          <a:p>
            <a:pPr marL="0" indent="0" algn="ctr">
              <a:lnSpc>
                <a:spcPts val="2450"/>
              </a:lnSpc>
              <a:buNone/>
            </a:pPr>
            <a:r>
              <a:rPr lang="en-US" sz="2450" dirty="0">
                <a:solidFill>
                  <a:srgbClr val="504C49"/>
                </a:solidFill>
                <a:latin typeface="Platypi Medium" pitchFamily="34" charset="0"/>
                <a:ea typeface="Platypi Medium" pitchFamily="34" charset="-122"/>
                <a:cs typeface="Platypi Medium" pitchFamily="34" charset="-120"/>
              </a:rPr>
              <a:t>4</a:t>
            </a:r>
            <a:endParaRPr lang="en-US" sz="2450" dirty="0"/>
          </a:p>
        </p:txBody>
      </p:sp>
      <p:sp>
        <p:nvSpPr>
          <p:cNvPr id="22" name="Text 20"/>
          <p:cNvSpPr/>
          <p:nvPr/>
        </p:nvSpPr>
        <p:spPr>
          <a:xfrm>
            <a:off x="2023824" y="5579507"/>
            <a:ext cx="2628424" cy="328613"/>
          </a:xfrm>
          <a:prstGeom prst="rect">
            <a:avLst/>
          </a:prstGeom>
          <a:noFill/>
          <a:ln/>
        </p:spPr>
        <p:txBody>
          <a:bodyPr wrap="none" lIns="0" tIns="0" rIns="0" bIns="0" rtlCol="0" anchor="t"/>
          <a:lstStyle/>
          <a:p>
            <a:pPr marL="0" indent="0" algn="l">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Model Training</a:t>
            </a:r>
            <a:endParaRPr lang="en-US" sz="2050" dirty="0"/>
          </a:p>
        </p:txBody>
      </p:sp>
      <p:sp>
        <p:nvSpPr>
          <p:cNvPr id="23" name="Text 21"/>
          <p:cNvSpPr/>
          <p:nvPr/>
        </p:nvSpPr>
        <p:spPr>
          <a:xfrm>
            <a:off x="2023824" y="6034207"/>
            <a:ext cx="11870650" cy="336352"/>
          </a:xfrm>
          <a:prstGeom prst="rect">
            <a:avLst/>
          </a:prstGeom>
          <a:noFill/>
          <a:ln/>
        </p:spPr>
        <p:txBody>
          <a:bodyPr wrap="none" lIns="0" tIns="0" rIns="0" bIns="0" rtlCol="0" anchor="t"/>
          <a:lstStyle/>
          <a:p>
            <a:pPr marL="0" indent="0" algn="l">
              <a:lnSpc>
                <a:spcPts val="2600"/>
              </a:lnSpc>
              <a:buNone/>
            </a:pPr>
            <a:r>
              <a:rPr lang="en-US" sz="1650" dirty="0">
                <a:solidFill>
                  <a:srgbClr val="504C49"/>
                </a:solidFill>
                <a:latin typeface="Source Serif Pro" pitchFamily="34" charset="0"/>
                <a:ea typeface="Source Serif Pro" pitchFamily="34" charset="-122"/>
                <a:cs typeface="Source Serif Pro" pitchFamily="34" charset="-120"/>
              </a:rPr>
              <a:t>Train sentiment models</a:t>
            </a:r>
            <a:endParaRPr lang="en-US" sz="1650" dirty="0"/>
          </a:p>
        </p:txBody>
      </p:sp>
      <p:sp>
        <p:nvSpPr>
          <p:cNvPr id="24" name="Shape 22"/>
          <p:cNvSpPr/>
          <p:nvPr/>
        </p:nvSpPr>
        <p:spPr>
          <a:xfrm>
            <a:off x="1186041" y="7016115"/>
            <a:ext cx="630793" cy="22860"/>
          </a:xfrm>
          <a:prstGeom prst="roundRect">
            <a:avLst>
              <a:gd name="adj" fmla="val 137978"/>
            </a:avLst>
          </a:prstGeom>
          <a:solidFill>
            <a:srgbClr val="D8D4D4"/>
          </a:solidFill>
          <a:ln/>
        </p:spPr>
      </p:sp>
      <p:sp>
        <p:nvSpPr>
          <p:cNvPr id="25" name="Shape 23"/>
          <p:cNvSpPr/>
          <p:nvPr/>
        </p:nvSpPr>
        <p:spPr>
          <a:xfrm>
            <a:off x="735866" y="6791087"/>
            <a:ext cx="473035" cy="473035"/>
          </a:xfrm>
          <a:prstGeom prst="roundRect">
            <a:avLst>
              <a:gd name="adj" fmla="val 6668"/>
            </a:avLst>
          </a:prstGeom>
          <a:solidFill>
            <a:srgbClr val="F9F7F7"/>
          </a:solidFill>
          <a:ln/>
        </p:spPr>
      </p:sp>
      <p:sp>
        <p:nvSpPr>
          <p:cNvPr id="26" name="Text 24"/>
          <p:cNvSpPr/>
          <p:nvPr/>
        </p:nvSpPr>
        <p:spPr>
          <a:xfrm>
            <a:off x="814626" y="6830437"/>
            <a:ext cx="315397" cy="394216"/>
          </a:xfrm>
          <a:prstGeom prst="rect">
            <a:avLst/>
          </a:prstGeom>
          <a:noFill/>
          <a:ln/>
        </p:spPr>
        <p:txBody>
          <a:bodyPr wrap="none" lIns="0" tIns="0" rIns="0" bIns="0" rtlCol="0" anchor="t"/>
          <a:lstStyle/>
          <a:p>
            <a:pPr marL="0" indent="0" algn="ctr">
              <a:lnSpc>
                <a:spcPts val="2450"/>
              </a:lnSpc>
              <a:buNone/>
            </a:pPr>
            <a:r>
              <a:rPr lang="en-US" sz="2450" dirty="0">
                <a:solidFill>
                  <a:srgbClr val="504C49"/>
                </a:solidFill>
                <a:latin typeface="Platypi Medium" pitchFamily="34" charset="0"/>
                <a:ea typeface="Platypi Medium" pitchFamily="34" charset="-122"/>
                <a:cs typeface="Platypi Medium" pitchFamily="34" charset="-120"/>
              </a:rPr>
              <a:t>5</a:t>
            </a:r>
            <a:endParaRPr lang="en-US" sz="2450" dirty="0"/>
          </a:p>
        </p:txBody>
      </p:sp>
      <p:sp>
        <p:nvSpPr>
          <p:cNvPr id="27" name="Text 25"/>
          <p:cNvSpPr/>
          <p:nvPr/>
        </p:nvSpPr>
        <p:spPr>
          <a:xfrm>
            <a:off x="2023824" y="6863358"/>
            <a:ext cx="2628424" cy="328613"/>
          </a:xfrm>
          <a:prstGeom prst="rect">
            <a:avLst/>
          </a:prstGeom>
          <a:noFill/>
          <a:ln/>
        </p:spPr>
        <p:txBody>
          <a:bodyPr wrap="none" lIns="0" tIns="0" rIns="0" bIns="0" rtlCol="0" anchor="t"/>
          <a:lstStyle/>
          <a:p>
            <a:pPr marL="0" indent="0" algn="l">
              <a:lnSpc>
                <a:spcPts val="2550"/>
              </a:lnSpc>
              <a:buNone/>
            </a:pPr>
            <a:r>
              <a:rPr lang="en-US" sz="2050" dirty="0">
                <a:solidFill>
                  <a:srgbClr val="504C49"/>
                </a:solidFill>
                <a:latin typeface="Platypi Medium" pitchFamily="34" charset="0"/>
                <a:ea typeface="Platypi Medium" pitchFamily="34" charset="-122"/>
                <a:cs typeface="Platypi Medium" pitchFamily="34" charset="-120"/>
              </a:rPr>
              <a:t>Evaluation</a:t>
            </a:r>
            <a:endParaRPr lang="en-US" sz="2050" dirty="0"/>
          </a:p>
        </p:txBody>
      </p:sp>
      <p:sp>
        <p:nvSpPr>
          <p:cNvPr id="28" name="Text 26"/>
          <p:cNvSpPr/>
          <p:nvPr/>
        </p:nvSpPr>
        <p:spPr>
          <a:xfrm>
            <a:off x="2023824" y="7318058"/>
            <a:ext cx="11870650" cy="336352"/>
          </a:xfrm>
          <a:prstGeom prst="rect">
            <a:avLst/>
          </a:prstGeom>
          <a:noFill/>
          <a:ln/>
        </p:spPr>
        <p:txBody>
          <a:bodyPr wrap="none" lIns="0" tIns="0" rIns="0" bIns="0" rtlCol="0" anchor="t"/>
          <a:lstStyle/>
          <a:p>
            <a:pPr marL="0" indent="0" algn="l">
              <a:lnSpc>
                <a:spcPts val="2600"/>
              </a:lnSpc>
              <a:buNone/>
            </a:pPr>
            <a:r>
              <a:rPr lang="en-US" sz="1650" dirty="0">
                <a:solidFill>
                  <a:srgbClr val="504C49"/>
                </a:solidFill>
                <a:latin typeface="Source Serif Pro" pitchFamily="34" charset="0"/>
                <a:ea typeface="Source Serif Pro" pitchFamily="34" charset="-122"/>
                <a:cs typeface="Source Serif Pro" pitchFamily="34" charset="-120"/>
              </a:rPr>
              <a:t>Assess model performance</a:t>
            </a:r>
            <a:endParaRPr lang="en-US" sz="1650" dirty="0"/>
          </a:p>
        </p:txBody>
      </p:sp>
      <p:sp>
        <p:nvSpPr>
          <p:cNvPr id="29" name="Title 1">
            <a:extLst>
              <a:ext uri="{FF2B5EF4-FFF2-40B4-BE49-F238E27FC236}">
                <a16:creationId xmlns:a16="http://schemas.microsoft.com/office/drawing/2014/main" id="{257DBB82-9557-35CC-83D9-2FF57DE9157E}"/>
              </a:ext>
            </a:extLst>
          </p:cNvPr>
          <p:cNvSpPr txBox="1">
            <a:spLocks/>
          </p:cNvSpPr>
          <p:nvPr/>
        </p:nvSpPr>
        <p:spPr>
          <a:xfrm>
            <a:off x="0" y="984"/>
            <a:ext cx="14630400" cy="1284050"/>
          </a:xfrm>
          <a:prstGeom prst="rect">
            <a:avLst/>
          </a:prstGeom>
        </p:spPr>
        <p:style>
          <a:lnRef idx="0">
            <a:schemeClr val="accent2"/>
          </a:lnRef>
          <a:fillRef idx="3">
            <a:schemeClr val="accent2"/>
          </a:fillRef>
          <a:effectRef idx="3">
            <a:schemeClr val="accent2"/>
          </a:effectRef>
          <a:fontRef idx="minor">
            <a:schemeClr val="lt1"/>
          </a:fontRef>
        </p:style>
        <p:txBody>
          <a:bodyPr>
            <a:noAutofit/>
          </a:bodyPr>
          <a:lstStyle>
            <a:lvl1pPr algn="l" defTabSz="1097280" rtl="0" eaLnBrk="1" latinLnBrk="0" hangingPunct="1">
              <a:lnSpc>
                <a:spcPct val="85000"/>
              </a:lnSpc>
              <a:spcBef>
                <a:spcPct val="0"/>
              </a:spcBef>
              <a:buNone/>
              <a:defRPr sz="5760" kern="1200" spc="-60" baseline="0">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r>
              <a:rPr lang="en-IN" sz="6480" b="1" kern="100" dirty="0">
                <a:latin typeface="+mj-lt"/>
                <a:cs typeface="Times New Roman" panose="02020603050405020304" pitchFamily="18" charset="0"/>
              </a:rPr>
              <a:t>Workflow</a:t>
            </a:r>
            <a:endParaRPr lang="en-US" sz="6480" b="1" dirty="0">
              <a:latin typeface="+mj-l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35E0D-1D75-E91F-E75B-C4DDF801D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98D0A-C035-F4F3-2047-44489595050A}"/>
              </a:ext>
            </a:extLst>
          </p:cNvPr>
          <p:cNvSpPr>
            <a:spLocks noGrp="1"/>
          </p:cNvSpPr>
          <p:nvPr>
            <p:ph type="title"/>
          </p:nvPr>
        </p:nvSpPr>
        <p:spPr>
          <a:xfrm>
            <a:off x="0" y="2"/>
            <a:ext cx="14630400" cy="1194098"/>
          </a:xfrm>
          <a:solidFill>
            <a:schemeClr val="accent2">
              <a:lumMod val="40000"/>
              <a:lumOff val="60000"/>
            </a:schemeClr>
          </a:solidFill>
        </p:spPr>
        <p:txBody>
          <a:bodyPr>
            <a:normAutofit/>
          </a:bodyPr>
          <a:lstStyle/>
          <a:p>
            <a:pPr algn="ctr"/>
            <a:r>
              <a:rPr lang="en-IN" sz="6480" b="1" dirty="0">
                <a:ea typeface="Tahoma" panose="020B0604030504040204" pitchFamily="34" charset="0"/>
                <a:cs typeface="Times New Roman" panose="02020603050405020304" pitchFamily="18" charset="0"/>
              </a:rPr>
              <a:t>Results</a:t>
            </a:r>
          </a:p>
        </p:txBody>
      </p:sp>
      <p:sp>
        <p:nvSpPr>
          <p:cNvPr id="7" name="TextBox 6">
            <a:extLst>
              <a:ext uri="{FF2B5EF4-FFF2-40B4-BE49-F238E27FC236}">
                <a16:creationId xmlns:a16="http://schemas.microsoft.com/office/drawing/2014/main" id="{8DD9157C-B53B-FBD1-0C90-8B3AEB51C547}"/>
              </a:ext>
            </a:extLst>
          </p:cNvPr>
          <p:cNvSpPr txBox="1"/>
          <p:nvPr/>
        </p:nvSpPr>
        <p:spPr>
          <a:xfrm>
            <a:off x="542555" y="1611466"/>
            <a:ext cx="3945539" cy="424732"/>
          </a:xfrm>
          <a:prstGeom prst="rect">
            <a:avLst/>
          </a:prstGeom>
          <a:noFill/>
        </p:spPr>
        <p:txBody>
          <a:bodyPr wrap="square" rtlCol="0">
            <a:spAutoFit/>
          </a:bodyPr>
          <a:lstStyle/>
          <a:p>
            <a:pPr algn="ctr"/>
            <a:r>
              <a:rPr lang="en-IN" sz="2160" b="1" dirty="0"/>
              <a:t>Positive Sentiment</a:t>
            </a:r>
          </a:p>
        </p:txBody>
      </p:sp>
      <p:sp>
        <p:nvSpPr>
          <p:cNvPr id="8" name="TextBox 7">
            <a:extLst>
              <a:ext uri="{FF2B5EF4-FFF2-40B4-BE49-F238E27FC236}">
                <a16:creationId xmlns:a16="http://schemas.microsoft.com/office/drawing/2014/main" id="{A6B33988-6620-8A9B-7505-6335EAC79BD0}"/>
              </a:ext>
            </a:extLst>
          </p:cNvPr>
          <p:cNvSpPr txBox="1"/>
          <p:nvPr/>
        </p:nvSpPr>
        <p:spPr>
          <a:xfrm>
            <a:off x="10060603" y="1584870"/>
            <a:ext cx="3945539" cy="424732"/>
          </a:xfrm>
          <a:prstGeom prst="rect">
            <a:avLst/>
          </a:prstGeom>
          <a:noFill/>
        </p:spPr>
        <p:txBody>
          <a:bodyPr wrap="square" rtlCol="0">
            <a:spAutoFit/>
          </a:bodyPr>
          <a:lstStyle/>
          <a:p>
            <a:pPr algn="ctr"/>
            <a:r>
              <a:rPr lang="en-IN" sz="2160" b="1" dirty="0"/>
              <a:t>Neutral Sentiment</a:t>
            </a:r>
          </a:p>
        </p:txBody>
      </p:sp>
      <p:sp>
        <p:nvSpPr>
          <p:cNvPr id="3" name="TextBox 2">
            <a:extLst>
              <a:ext uri="{FF2B5EF4-FFF2-40B4-BE49-F238E27FC236}">
                <a16:creationId xmlns:a16="http://schemas.microsoft.com/office/drawing/2014/main" id="{BD589971-1612-C61E-91E5-E3063D1E3D9B}"/>
              </a:ext>
            </a:extLst>
          </p:cNvPr>
          <p:cNvSpPr txBox="1"/>
          <p:nvPr/>
        </p:nvSpPr>
        <p:spPr>
          <a:xfrm>
            <a:off x="5253650" y="1598527"/>
            <a:ext cx="3945539" cy="424732"/>
          </a:xfrm>
          <a:prstGeom prst="rect">
            <a:avLst/>
          </a:prstGeom>
          <a:noFill/>
        </p:spPr>
        <p:txBody>
          <a:bodyPr wrap="square" rtlCol="0">
            <a:spAutoFit/>
          </a:bodyPr>
          <a:lstStyle/>
          <a:p>
            <a:pPr algn="ctr"/>
            <a:r>
              <a:rPr lang="en-IN" sz="2160" b="1" dirty="0"/>
              <a:t>Negative Sentiment</a:t>
            </a:r>
          </a:p>
        </p:txBody>
      </p:sp>
      <p:pic>
        <p:nvPicPr>
          <p:cNvPr id="5" name="Picture 4">
            <a:extLst>
              <a:ext uri="{FF2B5EF4-FFF2-40B4-BE49-F238E27FC236}">
                <a16:creationId xmlns:a16="http://schemas.microsoft.com/office/drawing/2014/main" id="{36250DF1-6BFE-0978-B623-C4934DED32E0}"/>
              </a:ext>
            </a:extLst>
          </p:cNvPr>
          <p:cNvPicPr>
            <a:picLocks noChangeAspect="1"/>
          </p:cNvPicPr>
          <p:nvPr/>
        </p:nvPicPr>
        <p:blipFill>
          <a:blip r:embed="rId3"/>
          <a:srcRect l="3667" t="9806" r="5667" b="3372"/>
          <a:stretch/>
        </p:blipFill>
        <p:spPr>
          <a:xfrm>
            <a:off x="188514" y="2151552"/>
            <a:ext cx="4653622" cy="5224608"/>
          </a:xfrm>
          <a:prstGeom prst="rect">
            <a:avLst/>
          </a:prstGeom>
        </p:spPr>
      </p:pic>
      <p:pic>
        <p:nvPicPr>
          <p:cNvPr id="9" name="Picture 8">
            <a:extLst>
              <a:ext uri="{FF2B5EF4-FFF2-40B4-BE49-F238E27FC236}">
                <a16:creationId xmlns:a16="http://schemas.microsoft.com/office/drawing/2014/main" id="{BEF92201-9EB4-118D-6E7E-1D3F9814A6F3}"/>
              </a:ext>
            </a:extLst>
          </p:cNvPr>
          <p:cNvPicPr>
            <a:picLocks noChangeAspect="1"/>
          </p:cNvPicPr>
          <p:nvPr/>
        </p:nvPicPr>
        <p:blipFill>
          <a:blip r:embed="rId4"/>
          <a:srcRect l="3667" t="10156" r="5833" b="3778"/>
          <a:stretch/>
        </p:blipFill>
        <p:spPr>
          <a:xfrm>
            <a:off x="4988389" y="2151553"/>
            <a:ext cx="4653622" cy="5224608"/>
          </a:xfrm>
          <a:prstGeom prst="rect">
            <a:avLst/>
          </a:prstGeom>
        </p:spPr>
      </p:pic>
      <p:pic>
        <p:nvPicPr>
          <p:cNvPr id="12" name="Picture 11">
            <a:extLst>
              <a:ext uri="{FF2B5EF4-FFF2-40B4-BE49-F238E27FC236}">
                <a16:creationId xmlns:a16="http://schemas.microsoft.com/office/drawing/2014/main" id="{9648A51C-EB02-8113-3B20-18CD8B2BD861}"/>
              </a:ext>
            </a:extLst>
          </p:cNvPr>
          <p:cNvPicPr>
            <a:picLocks noChangeAspect="1"/>
          </p:cNvPicPr>
          <p:nvPr/>
        </p:nvPicPr>
        <p:blipFill>
          <a:blip r:embed="rId5"/>
          <a:srcRect l="4333" t="9981" r="6334" b="3887"/>
          <a:stretch/>
        </p:blipFill>
        <p:spPr>
          <a:xfrm>
            <a:off x="9834692" y="2151552"/>
            <a:ext cx="4653622" cy="5224608"/>
          </a:xfrm>
          <a:prstGeom prst="rect">
            <a:avLst/>
          </a:prstGeom>
        </p:spPr>
      </p:pic>
    </p:spTree>
    <p:extLst>
      <p:ext uri="{BB962C8B-B14F-4D97-AF65-F5344CB8AC3E}">
        <p14:creationId xmlns:p14="http://schemas.microsoft.com/office/powerpoint/2010/main" val="3709787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BEE5D-07AA-C059-E192-DFE1FEEBAF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D9CB5-BFFA-747A-571A-09BD4869D807}"/>
              </a:ext>
            </a:extLst>
          </p:cNvPr>
          <p:cNvSpPr>
            <a:spLocks noGrp="1"/>
          </p:cNvSpPr>
          <p:nvPr>
            <p:ph type="title"/>
          </p:nvPr>
        </p:nvSpPr>
        <p:spPr>
          <a:xfrm>
            <a:off x="0" y="1"/>
            <a:ext cx="14630400" cy="1284050"/>
          </a:xfrm>
        </p:spPr>
        <p:style>
          <a:lnRef idx="0">
            <a:schemeClr val="accent2"/>
          </a:lnRef>
          <a:fillRef idx="3">
            <a:schemeClr val="accent2"/>
          </a:fillRef>
          <a:effectRef idx="3">
            <a:schemeClr val="accent2"/>
          </a:effectRef>
          <a:fontRef idx="minor">
            <a:schemeClr val="lt1"/>
          </a:fontRef>
        </p:style>
        <p:txBody>
          <a:bodyPr>
            <a:noAutofit/>
          </a:bodyPr>
          <a:lstStyle/>
          <a:p>
            <a:pPr algn="ctr"/>
            <a:r>
              <a:rPr lang="en-IN" sz="6480" b="1" kern="100" dirty="0">
                <a:ea typeface="Aptos" panose="020B0004020202020204" pitchFamily="34" charset="0"/>
                <a:cs typeface="Times New Roman" panose="02020603050405020304" pitchFamily="18" charset="0"/>
              </a:rPr>
              <a:t>References</a:t>
            </a:r>
            <a:endParaRPr lang="en-US" sz="6480" b="1" dirty="0">
              <a:latin typeface="+mj-lt"/>
            </a:endParaRPr>
          </a:p>
        </p:txBody>
      </p:sp>
      <p:sp>
        <p:nvSpPr>
          <p:cNvPr id="6" name="TextBox 5">
            <a:extLst>
              <a:ext uri="{FF2B5EF4-FFF2-40B4-BE49-F238E27FC236}">
                <a16:creationId xmlns:a16="http://schemas.microsoft.com/office/drawing/2014/main" id="{9081835D-5574-4230-9853-AD44CC3617A4}"/>
              </a:ext>
            </a:extLst>
          </p:cNvPr>
          <p:cNvSpPr txBox="1"/>
          <p:nvPr/>
        </p:nvSpPr>
        <p:spPr>
          <a:xfrm>
            <a:off x="1355464" y="2274648"/>
            <a:ext cx="12048564" cy="4742132"/>
          </a:xfrm>
          <a:prstGeom prst="rect">
            <a:avLst/>
          </a:prstGeom>
          <a:noFill/>
        </p:spPr>
        <p:txBody>
          <a:bodyPr wrap="square">
            <a:spAutoFit/>
          </a:bodyPr>
          <a:lstStyle/>
          <a:p>
            <a:endParaRPr lang="en-US" sz="2400" dirty="0">
              <a:latin typeface="Times New Roman" panose="02020603050405020304" pitchFamily="18" charset="0"/>
              <a:cs typeface="Times New Roman" panose="02020603050405020304" pitchFamily="18" charset="0"/>
            </a:endParaRP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1. Devlin, J., et al. (2018). BERT: Pre-training of Deep Bidirectional Transformers for Language Understanding.</a:t>
            </a: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2. J. Devlin, M. Chang, K. Lee, and K. Toutanova, “BERT: Pre-training of Deep Bidirectional Transformers for Language Understanding,” in NAACL, 2019.</a:t>
            </a: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3. A. Go, R. Bhayani, and L. Huang, “Twitter Sentiment Classification using Distant Supervision,” CS224N Project Report, Stanford, 2009.</a:t>
            </a: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4. Y. Liu et al., “</a:t>
            </a:r>
            <a:r>
              <a:rPr lang="en-IN" sz="2000" dirty="0" err="1">
                <a:latin typeface="Times New Roman" panose="02020603050405020304" pitchFamily="18" charset="0"/>
                <a:ea typeface="Calibri" panose="020F0502020204030204" pitchFamily="34" charset="0"/>
                <a:cs typeface="Times New Roman" panose="02020603050405020304" pitchFamily="18" charset="0"/>
              </a:rPr>
              <a:t>RoBERTa</a:t>
            </a:r>
            <a:r>
              <a:rPr lang="en-IN" sz="2000" dirty="0">
                <a:latin typeface="Times New Roman" panose="02020603050405020304" pitchFamily="18" charset="0"/>
                <a:ea typeface="Calibri" panose="020F0502020204030204" pitchFamily="34" charset="0"/>
                <a:cs typeface="Times New Roman" panose="02020603050405020304" pitchFamily="18" charset="0"/>
              </a:rPr>
              <a:t>: A Robustly Optimized BERT Pretraining Approach,” </a:t>
            </a:r>
            <a:r>
              <a:rPr lang="en-IN" sz="2000" dirty="0" err="1">
                <a:latin typeface="Times New Roman" panose="02020603050405020304" pitchFamily="18" charset="0"/>
                <a:ea typeface="Calibri" panose="020F0502020204030204" pitchFamily="34" charset="0"/>
                <a:cs typeface="Times New Roman" panose="02020603050405020304" pitchFamily="18" charset="0"/>
              </a:rPr>
              <a:t>arXiv</a:t>
            </a:r>
            <a:r>
              <a:rPr lang="en-IN" sz="2000" dirty="0">
                <a:latin typeface="Times New Roman" panose="02020603050405020304" pitchFamily="18" charset="0"/>
                <a:ea typeface="Calibri" panose="020F0502020204030204" pitchFamily="34" charset="0"/>
                <a:cs typeface="Times New Roman" panose="02020603050405020304" pitchFamily="18" charset="0"/>
              </a:rPr>
              <a:t> preprint arXiv:1907.11692, 2019.</a:t>
            </a: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5. P. Potash, A. Romanov, and A. </a:t>
            </a:r>
            <a:r>
              <a:rPr lang="en-IN" sz="2000" dirty="0" err="1">
                <a:latin typeface="Times New Roman" panose="02020603050405020304" pitchFamily="18" charset="0"/>
                <a:ea typeface="Calibri" panose="020F0502020204030204" pitchFamily="34" charset="0"/>
                <a:cs typeface="Times New Roman" panose="02020603050405020304" pitchFamily="18" charset="0"/>
              </a:rPr>
              <a:t>Rumshisky</a:t>
            </a:r>
            <a:r>
              <a:rPr lang="en-IN" sz="2000" dirty="0">
                <a:latin typeface="Times New Roman" panose="02020603050405020304" pitchFamily="18" charset="0"/>
                <a:ea typeface="Calibri" panose="020F0502020204030204" pitchFamily="34" charset="0"/>
                <a:cs typeface="Times New Roman" panose="02020603050405020304" pitchFamily="18" charset="0"/>
              </a:rPr>
              <a:t>, “SemEval-2017 Task 4: Sentiment Analysis in Twitter,” in </a:t>
            </a:r>
            <a:r>
              <a:rPr lang="en-IN" sz="2000" dirty="0" err="1">
                <a:latin typeface="Times New Roman" panose="02020603050405020304" pitchFamily="18" charset="0"/>
                <a:ea typeface="Calibri" panose="020F0502020204030204" pitchFamily="34" charset="0"/>
                <a:cs typeface="Times New Roman" panose="02020603050405020304" pitchFamily="18" charset="0"/>
              </a:rPr>
              <a:t>SemEval</a:t>
            </a:r>
            <a:r>
              <a:rPr lang="en-IN" sz="2000" dirty="0">
                <a:latin typeface="Times New Roman" panose="02020603050405020304" pitchFamily="18" charset="0"/>
                <a:ea typeface="Calibri" panose="020F0502020204030204" pitchFamily="34" charset="0"/>
                <a:cs typeface="Times New Roman" panose="02020603050405020304" pitchFamily="18" charset="0"/>
              </a:rPr>
              <a:t>, 2017.</a:t>
            </a:r>
          </a:p>
          <a:p>
            <a:pPr>
              <a:lnSpc>
                <a:spcPct val="115000"/>
              </a:lnSpc>
              <a:spcAft>
                <a:spcPts val="1200"/>
              </a:spcAft>
              <a:tabLst>
                <a:tab pos="937260" algn="l"/>
                <a:tab pos="4434840" algn="l"/>
              </a:tabLst>
            </a:pPr>
            <a:r>
              <a:rPr lang="en-IN" sz="2000" dirty="0">
                <a:latin typeface="Times New Roman" panose="02020603050405020304" pitchFamily="18" charset="0"/>
                <a:ea typeface="Calibri" panose="020F0502020204030204" pitchFamily="34" charset="0"/>
                <a:cs typeface="Times New Roman" panose="02020603050405020304" pitchFamily="18" charset="0"/>
              </a:rPr>
              <a:t>6. M. Hu and B. Liu, “Mining and Summarizing Customer Reviews,” in KDD, 2004. </a:t>
            </a:r>
          </a:p>
        </p:txBody>
      </p:sp>
    </p:spTree>
    <p:extLst>
      <p:ext uri="{BB962C8B-B14F-4D97-AF65-F5344CB8AC3E}">
        <p14:creationId xmlns:p14="http://schemas.microsoft.com/office/powerpoint/2010/main" val="29442093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365561C-9484-4563-998E-57C39B59758D}"/>
              </a:ext>
            </a:extLst>
          </p:cNvPr>
          <p:cNvSpPr/>
          <p:nvPr/>
        </p:nvSpPr>
        <p:spPr>
          <a:xfrm>
            <a:off x="3161354" y="3331519"/>
            <a:ext cx="7849135" cy="1883593"/>
          </a:xfrm>
          <a:prstGeom prst="rect">
            <a:avLst/>
          </a:prstGeom>
          <a:noFill/>
        </p:spPr>
        <p:txBody>
          <a:bodyPr wrap="none" lIns="109728" tIns="54864" rIns="109728" bIns="54864">
            <a:spAutoFit/>
          </a:bodyPr>
          <a:lstStyle/>
          <a:p>
            <a:pPr algn="ctr"/>
            <a:r>
              <a:rPr lang="en-US" sz="11520" dirty="0">
                <a:ln w="0"/>
                <a:solidFill>
                  <a:schemeClr val="accent1"/>
                </a:solidFill>
                <a:effectLst>
                  <a:outerShdw blurRad="38100" dist="25400" dir="5400000" algn="ctr" rotWithShape="0">
                    <a:srgbClr val="6E747A">
                      <a:alpha val="43000"/>
                    </a:srgbClr>
                  </a:outerShdw>
                </a:effectLst>
              </a:rPr>
              <a:t>THANK YOU!</a:t>
            </a:r>
          </a:p>
        </p:txBody>
      </p:sp>
      <p:pic>
        <p:nvPicPr>
          <p:cNvPr id="6" name="Picture 5">
            <a:extLst>
              <a:ext uri="{FF2B5EF4-FFF2-40B4-BE49-F238E27FC236}">
                <a16:creationId xmlns:a16="http://schemas.microsoft.com/office/drawing/2014/main" id="{5D126188-9F98-4E37-BC76-3297594A6A44}"/>
              </a:ext>
            </a:extLst>
          </p:cNvPr>
          <p:cNvPicPr>
            <a:picLocks noChangeAspect="1"/>
          </p:cNvPicPr>
          <p:nvPr/>
        </p:nvPicPr>
        <p:blipFill>
          <a:blip r:embed="rId2"/>
          <a:stretch>
            <a:fillRect/>
          </a:stretch>
        </p:blipFill>
        <p:spPr>
          <a:xfrm>
            <a:off x="696855" y="4695939"/>
            <a:ext cx="2571750" cy="2571750"/>
          </a:xfrm>
          <a:prstGeom prst="rect">
            <a:avLst/>
          </a:prstGeom>
        </p:spPr>
      </p:pic>
      <p:pic>
        <p:nvPicPr>
          <p:cNvPr id="7" name="Picture 6">
            <a:extLst>
              <a:ext uri="{FF2B5EF4-FFF2-40B4-BE49-F238E27FC236}">
                <a16:creationId xmlns:a16="http://schemas.microsoft.com/office/drawing/2014/main" id="{B7E710C5-95D0-4FE3-9F35-E82EDC36526E}"/>
              </a:ext>
            </a:extLst>
          </p:cNvPr>
          <p:cNvPicPr>
            <a:picLocks noChangeAspect="1"/>
          </p:cNvPicPr>
          <p:nvPr/>
        </p:nvPicPr>
        <p:blipFill>
          <a:blip r:embed="rId2"/>
          <a:stretch>
            <a:fillRect/>
          </a:stretch>
        </p:blipFill>
        <p:spPr>
          <a:xfrm>
            <a:off x="11131934" y="882754"/>
            <a:ext cx="2571750" cy="2571750"/>
          </a:xfrm>
          <a:prstGeom prst="rect">
            <a:avLst/>
          </a:prstGeom>
        </p:spPr>
      </p:pic>
    </p:spTree>
    <p:extLst>
      <p:ext uri="{BB962C8B-B14F-4D97-AF65-F5344CB8AC3E}">
        <p14:creationId xmlns:p14="http://schemas.microsoft.com/office/powerpoint/2010/main" val="2705818801"/>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58</TotalTime>
  <Words>668</Words>
  <Application>Microsoft Office PowerPoint</Application>
  <PresentationFormat>Custom</PresentationFormat>
  <Paragraphs>108</Paragraphs>
  <Slides>12</Slides>
  <Notes>8</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12</vt:i4>
      </vt:variant>
    </vt:vector>
  </HeadingPairs>
  <TitlesOfParts>
    <vt:vector size="25" baseType="lpstr">
      <vt:lpstr>Aptos</vt:lpstr>
      <vt:lpstr>Platypi Medium</vt:lpstr>
      <vt:lpstr>Source Serif Pro</vt:lpstr>
      <vt:lpstr>Tw Cen MT Condensed</vt:lpstr>
      <vt:lpstr>Tahoma</vt:lpstr>
      <vt:lpstr>Wingdings</vt:lpstr>
      <vt:lpstr>Calibri Light</vt:lpstr>
      <vt:lpstr>Times New Roman</vt:lpstr>
      <vt:lpstr>Arial</vt:lpstr>
      <vt:lpstr>Tw Cen MT</vt:lpstr>
      <vt:lpstr>Calibri</vt:lpstr>
      <vt:lpstr>Retrospect</vt:lpstr>
      <vt:lpstr>Office Theme</vt:lpstr>
      <vt:lpstr>Introduction to AI(AI101B) Even Semester Session 2024-25</vt:lpstr>
      <vt:lpstr>Content</vt:lpstr>
      <vt:lpstr>Sustainable Development Goal</vt:lpstr>
      <vt:lpstr>Introduction</vt:lpstr>
      <vt:lpstr>PowerPoint Presentation</vt:lpstr>
      <vt:lpstr>PowerPoint Presentation</vt:lpstr>
      <vt:lpstr>PowerPoint Presentation</vt:lpstr>
      <vt:lpstr>PowerPoint Presentation</vt:lpstr>
      <vt:lpstr>PowerPoint Presentation</vt:lpstr>
      <vt:lpstr>Results</vt:lpstr>
      <vt:lpstr>References</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Ridhi Singh Rajput</cp:lastModifiedBy>
  <cp:revision>3</cp:revision>
  <dcterms:created xsi:type="dcterms:W3CDTF">2025-05-27T05:41:59Z</dcterms:created>
  <dcterms:modified xsi:type="dcterms:W3CDTF">2025-05-27T08:38:48Z</dcterms:modified>
</cp:coreProperties>
</file>